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8FB"/>
          </a:solidFill>
        </a:fill>
      </a:tcStyle>
    </a:wholeTbl>
    <a:band2H>
      <a:tcTxStyle b="def" i="def"/>
      <a:tcStyle>
        <a:tcBdr/>
        <a:fill>
          <a:solidFill>
            <a:srgbClr val="E8EDFD"/>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b="def" i="def"/>
      <a:tcStyle>
        <a:tcBdr/>
        <a:fill>
          <a:solidFill>
            <a:srgbClr val="EBEE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b="def" i="def"/>
      <a:tcStyle>
        <a:tcBdr/>
        <a:fill>
          <a:solidFill>
            <a:srgbClr val="FCFF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4" name="Shape 144"/>
          <p:cNvSpPr/>
          <p:nvPr>
            <p:ph type="sldImg"/>
          </p:nvPr>
        </p:nvSpPr>
        <p:spPr>
          <a:xfrm>
            <a:off x="1143000" y="685800"/>
            <a:ext cx="4572000" cy="3429000"/>
          </a:xfrm>
          <a:prstGeom prst="rect">
            <a:avLst/>
          </a:prstGeom>
        </p:spPr>
        <p:txBody>
          <a:bodyPr/>
          <a:lstStyle/>
          <a:p>
            <a:pPr/>
          </a:p>
        </p:txBody>
      </p:sp>
      <p:sp>
        <p:nvSpPr>
          <p:cNvPr id="145" name="Shape 14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Shape 160"/>
          <p:cNvSpPr/>
          <p:nvPr>
            <p:ph type="sldImg"/>
          </p:nvPr>
        </p:nvSpPr>
        <p:spPr>
          <a:prstGeom prst="rect">
            <a:avLst/>
          </a:prstGeom>
        </p:spPr>
        <p:txBody>
          <a:bodyPr/>
          <a:lstStyle/>
          <a:p>
            <a:pPr/>
          </a:p>
        </p:txBody>
      </p:sp>
      <p:sp>
        <p:nvSpPr>
          <p:cNvPr id="161" name="Shape 161"/>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Shape 164"/>
          <p:cNvSpPr/>
          <p:nvPr>
            <p:ph type="sldImg"/>
          </p:nvPr>
        </p:nvSpPr>
        <p:spPr>
          <a:prstGeom prst="rect">
            <a:avLst/>
          </a:prstGeom>
        </p:spPr>
        <p:txBody>
          <a:bodyPr/>
          <a:lstStyle/>
          <a:p>
            <a:pPr/>
          </a:p>
        </p:txBody>
      </p:sp>
      <p:sp>
        <p:nvSpPr>
          <p:cNvPr id="165" name="Shape 165"/>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Shape 172"/>
          <p:cNvSpPr/>
          <p:nvPr>
            <p:ph type="sldImg"/>
          </p:nvPr>
        </p:nvSpPr>
        <p:spPr>
          <a:prstGeom prst="rect">
            <a:avLst/>
          </a:prstGeom>
        </p:spPr>
        <p:txBody>
          <a:bodyPr/>
          <a:lstStyle/>
          <a:p>
            <a:pPr/>
          </a:p>
        </p:txBody>
      </p:sp>
      <p:sp>
        <p:nvSpPr>
          <p:cNvPr id="173" name="Shape 173"/>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Shape 176"/>
          <p:cNvSpPr/>
          <p:nvPr>
            <p:ph type="sldImg"/>
          </p:nvPr>
        </p:nvSpPr>
        <p:spPr>
          <a:prstGeom prst="rect">
            <a:avLst/>
          </a:prstGeom>
        </p:spPr>
        <p:txBody>
          <a:bodyPr/>
          <a:lstStyle/>
          <a:p>
            <a:pPr/>
          </a:p>
        </p:txBody>
      </p:sp>
      <p:sp>
        <p:nvSpPr>
          <p:cNvPr id="177" name="Shape 177"/>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Shape 180"/>
          <p:cNvSpPr/>
          <p:nvPr>
            <p:ph type="sldImg"/>
          </p:nvPr>
        </p:nvSpPr>
        <p:spPr>
          <a:prstGeom prst="rect">
            <a:avLst/>
          </a:prstGeom>
        </p:spPr>
        <p:txBody>
          <a:bodyPr/>
          <a:lstStyle/>
          <a:p>
            <a:pPr/>
          </a:p>
        </p:txBody>
      </p:sp>
      <p:sp>
        <p:nvSpPr>
          <p:cNvPr id="181" name="Shape 181"/>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Shape 184"/>
          <p:cNvSpPr/>
          <p:nvPr>
            <p:ph type="sldImg"/>
          </p:nvPr>
        </p:nvSpPr>
        <p:spPr>
          <a:prstGeom prst="rect">
            <a:avLst/>
          </a:prstGeom>
        </p:spPr>
        <p:txBody>
          <a:bodyPr/>
          <a:lstStyle/>
          <a:p>
            <a:pPr/>
          </a:p>
        </p:txBody>
      </p:sp>
      <p:sp>
        <p:nvSpPr>
          <p:cNvPr id="185" name="Shape 185"/>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hape 188"/>
          <p:cNvSpPr/>
          <p:nvPr>
            <p:ph type="sldImg"/>
          </p:nvPr>
        </p:nvSpPr>
        <p:spPr>
          <a:prstGeom prst="rect">
            <a:avLst/>
          </a:prstGeom>
        </p:spPr>
        <p:txBody>
          <a:bodyPr/>
          <a:lstStyle/>
          <a:p>
            <a:pPr/>
          </a:p>
        </p:txBody>
      </p:sp>
      <p:sp>
        <p:nvSpPr>
          <p:cNvPr id="189" name="Shape 189"/>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Shape 192"/>
          <p:cNvSpPr/>
          <p:nvPr>
            <p:ph type="sldImg"/>
          </p:nvPr>
        </p:nvSpPr>
        <p:spPr>
          <a:prstGeom prst="rect">
            <a:avLst/>
          </a:prstGeom>
        </p:spPr>
        <p:txBody>
          <a:bodyPr/>
          <a:lstStyle/>
          <a:p>
            <a:pPr/>
          </a:p>
        </p:txBody>
      </p:sp>
      <p:sp>
        <p:nvSpPr>
          <p:cNvPr id="193" name="Shape 193"/>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Shape 196"/>
          <p:cNvSpPr/>
          <p:nvPr>
            <p:ph type="sldImg"/>
          </p:nvPr>
        </p:nvSpPr>
        <p:spPr>
          <a:prstGeom prst="rect">
            <a:avLst/>
          </a:prstGeom>
        </p:spPr>
        <p:txBody>
          <a:bodyPr/>
          <a:lstStyle/>
          <a:p>
            <a:pPr/>
          </a:p>
        </p:txBody>
      </p:sp>
      <p:sp>
        <p:nvSpPr>
          <p:cNvPr id="197" name="Shape 197"/>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Shape 200"/>
          <p:cNvSpPr/>
          <p:nvPr>
            <p:ph type="sldImg"/>
          </p:nvPr>
        </p:nvSpPr>
        <p:spPr>
          <a:prstGeom prst="rect">
            <a:avLst/>
          </a:prstGeom>
        </p:spPr>
        <p:txBody>
          <a:bodyPr/>
          <a:lstStyle/>
          <a:p>
            <a:pPr/>
          </a:p>
        </p:txBody>
      </p:sp>
      <p:sp>
        <p:nvSpPr>
          <p:cNvPr id="201" name="Shape 201"/>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Shape 204"/>
          <p:cNvSpPr/>
          <p:nvPr>
            <p:ph type="sldImg"/>
          </p:nvPr>
        </p:nvSpPr>
        <p:spPr>
          <a:prstGeom prst="rect">
            <a:avLst/>
          </a:prstGeom>
        </p:spPr>
        <p:txBody>
          <a:bodyPr/>
          <a:lstStyle/>
          <a:p>
            <a:pPr/>
          </a:p>
        </p:txBody>
      </p:sp>
      <p:sp>
        <p:nvSpPr>
          <p:cNvPr id="205" name="Shape 205"/>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Shape 208"/>
          <p:cNvSpPr/>
          <p:nvPr>
            <p:ph type="sldImg"/>
          </p:nvPr>
        </p:nvSpPr>
        <p:spPr>
          <a:prstGeom prst="rect">
            <a:avLst/>
          </a:prstGeom>
        </p:spPr>
        <p:txBody>
          <a:bodyPr/>
          <a:lstStyle/>
          <a:p>
            <a:pPr/>
          </a:p>
        </p:txBody>
      </p:sp>
      <p:sp>
        <p:nvSpPr>
          <p:cNvPr id="209" name="Shape 209"/>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Shape 212"/>
          <p:cNvSpPr/>
          <p:nvPr>
            <p:ph type="sldImg"/>
          </p:nvPr>
        </p:nvSpPr>
        <p:spPr>
          <a:prstGeom prst="rect">
            <a:avLst/>
          </a:prstGeom>
        </p:spPr>
        <p:txBody>
          <a:bodyPr/>
          <a:lstStyle/>
          <a:p>
            <a:pPr/>
          </a:p>
        </p:txBody>
      </p:sp>
      <p:sp>
        <p:nvSpPr>
          <p:cNvPr id="213" name="Shape 213"/>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hape 216"/>
          <p:cNvSpPr/>
          <p:nvPr>
            <p:ph type="sldImg"/>
          </p:nvPr>
        </p:nvSpPr>
        <p:spPr>
          <a:prstGeom prst="rect">
            <a:avLst/>
          </a:prstGeom>
        </p:spPr>
        <p:txBody>
          <a:bodyPr/>
          <a:lstStyle/>
          <a:p>
            <a:pPr/>
          </a:p>
        </p:txBody>
      </p:sp>
      <p:sp>
        <p:nvSpPr>
          <p:cNvPr id="217" name="Shape 217"/>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Shape 220"/>
          <p:cNvSpPr/>
          <p:nvPr>
            <p:ph type="sldImg"/>
          </p:nvPr>
        </p:nvSpPr>
        <p:spPr>
          <a:prstGeom prst="rect">
            <a:avLst/>
          </a:prstGeom>
        </p:spPr>
        <p:txBody>
          <a:bodyPr/>
          <a:lstStyle/>
          <a:p>
            <a:pPr/>
          </a:p>
        </p:txBody>
      </p:sp>
      <p:sp>
        <p:nvSpPr>
          <p:cNvPr id="221" name="Shape 221"/>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Shape 224"/>
          <p:cNvSpPr/>
          <p:nvPr>
            <p:ph type="sldImg"/>
          </p:nvPr>
        </p:nvSpPr>
        <p:spPr>
          <a:prstGeom prst="rect">
            <a:avLst/>
          </a:prstGeom>
        </p:spPr>
        <p:txBody>
          <a:bodyPr/>
          <a:lstStyle/>
          <a:p>
            <a:pPr/>
          </a:p>
        </p:txBody>
      </p:sp>
      <p:sp>
        <p:nvSpPr>
          <p:cNvPr id="225" name="Shape 225"/>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1_Blank">
    <p:spTree>
      <p:nvGrpSpPr>
        <p:cNvPr id="1" name=""/>
        <p:cNvGrpSpPr/>
        <p:nvPr/>
      </p:nvGrpSpPr>
      <p:grpSpPr>
        <a:xfrm>
          <a:off x="0" y="0"/>
          <a:ext cx="0" cy="0"/>
          <a:chOff x="0" y="0"/>
          <a:chExt cx="0" cy="0"/>
        </a:xfrm>
      </p:grpSpPr>
      <p:sp>
        <p:nvSpPr>
          <p:cNvPr id="15" name="Body Level One…"/>
          <p:cNvSpPr txBox="1"/>
          <p:nvPr>
            <p:ph type="body" idx="1" hasCustomPrompt="1"/>
          </p:nvPr>
        </p:nvSpPr>
        <p:spPr>
          <a:prstGeom prst="rect">
            <a:avLst/>
          </a:prstGeom>
        </p:spPr>
        <p:txBody>
          <a:bodyPr/>
          <a:lstStyle/>
          <a:p>
            <a:pPr/>
            <a:r>
              <a:t>DECK TITLE</a:t>
            </a:r>
          </a:p>
          <a:p>
            <a:pPr lvl="1"/>
            <a:r>
              <a:t/>
            </a:r>
          </a:p>
          <a:p>
            <a:pPr lvl="2"/>
            <a:r>
              <a:t/>
            </a:r>
          </a:p>
          <a:p>
            <a:pPr lvl="3"/>
            <a:r>
              <a:t/>
            </a:r>
          </a:p>
          <a:p>
            <a:pPr lvl="4"/>
            <a:r>
              <a:t/>
            </a:r>
          </a:p>
        </p:txBody>
      </p:sp>
      <p:sp>
        <p:nvSpPr>
          <p:cNvPr id="16" name="Text Placeholder 10"/>
          <p:cNvSpPr/>
          <p:nvPr>
            <p:ph type="body" sz="quarter" idx="21" hasCustomPrompt="1"/>
          </p:nvPr>
        </p:nvSpPr>
        <p:spPr>
          <a:xfrm>
            <a:off x="323849" y="543640"/>
            <a:ext cx="8151815" cy="109147"/>
          </a:xfrm>
          <a:prstGeom prst="rect">
            <a:avLst/>
          </a:prstGeom>
        </p:spPr>
        <p:txBody>
          <a:bodyPr/>
          <a:lstStyle>
            <a:lvl1pPr defTabSz="813816">
              <a:lnSpc>
                <a:spcPct val="100000"/>
              </a:lnSpc>
              <a:defRPr sz="700">
                <a:solidFill>
                  <a:srgbClr val="000000"/>
                </a:solidFill>
              </a:defRPr>
            </a:lvl1pPr>
          </a:lstStyle>
          <a:p>
            <a:pPr/>
            <a:r>
              <a:t>26/06/23</a:t>
            </a:r>
          </a:p>
        </p:txBody>
      </p:sp>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pic>
        <p:nvPicPr>
          <p:cNvPr id="24"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sp>
        <p:nvSpPr>
          <p:cNvPr id="25" name="TextBox 7"/>
          <p:cNvSpPr txBox="1"/>
          <p:nvPr/>
        </p:nvSpPr>
        <p:spPr>
          <a:xfrm>
            <a:off x="1740209" y="4642565"/>
            <a:ext cx="484433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500">
                <a:solidFill>
                  <a:srgbClr val="001400"/>
                </a:solidFill>
              </a:defRPr>
            </a:lvl1pPr>
          </a:lstStyle>
          <a:p>
            <a:pPr/>
            <a:r>
              <a:t> </a:t>
            </a:r>
          </a:p>
        </p:txBody>
      </p:sp>
      <p:pic>
        <p:nvPicPr>
          <p:cNvPr id="26" name="Picture 3" descr="Picture 3"/>
          <p:cNvPicPr>
            <a:picLocks noChangeAspect="1"/>
          </p:cNvPicPr>
          <p:nvPr/>
        </p:nvPicPr>
        <p:blipFill>
          <a:blip r:embed="rId2">
            <a:extLst/>
          </a:blip>
          <a:stretch>
            <a:fillRect/>
          </a:stretch>
        </p:blipFill>
        <p:spPr>
          <a:xfrm rot="10800000">
            <a:off x="311150" y="4162738"/>
            <a:ext cx="8509000" cy="656290"/>
          </a:xfrm>
          <a:prstGeom prst="rect">
            <a:avLst/>
          </a:prstGeom>
          <a:ln w="12700">
            <a:miter lim="400000"/>
          </a:ln>
        </p:spPr>
      </p:pic>
      <p:pic>
        <p:nvPicPr>
          <p:cNvPr id="27" name="Picture 11" descr="Picture 11"/>
          <p:cNvPicPr>
            <a:picLocks noChangeAspect="1"/>
          </p:cNvPicPr>
          <p:nvPr/>
        </p:nvPicPr>
        <p:blipFill>
          <a:blip r:embed="rId3">
            <a:extLst/>
          </a:blip>
          <a:stretch>
            <a:fillRect/>
          </a:stretch>
        </p:blipFill>
        <p:spPr>
          <a:xfrm>
            <a:off x="8380810" y="4889501"/>
            <a:ext cx="130201" cy="146113"/>
          </a:xfrm>
          <a:prstGeom prst="rect">
            <a:avLst/>
          </a:prstGeom>
          <a:ln w="12700">
            <a:miter lim="400000"/>
          </a:ln>
        </p:spPr>
      </p:pic>
      <p:pic>
        <p:nvPicPr>
          <p:cNvPr id="28" name="Picture 12" descr="Picture 12"/>
          <p:cNvPicPr>
            <a:picLocks noChangeAspect="1"/>
          </p:cNvPicPr>
          <p:nvPr/>
        </p:nvPicPr>
        <p:blipFill>
          <a:blip r:embed="rId4">
            <a:extLst/>
          </a:blip>
          <a:stretch>
            <a:fillRect/>
          </a:stretch>
        </p:blipFill>
        <p:spPr>
          <a:xfrm>
            <a:off x="311150" y="4907419"/>
            <a:ext cx="923287" cy="109263"/>
          </a:xfrm>
          <a:prstGeom prst="rect">
            <a:avLst/>
          </a:prstGeom>
          <a:ln w="12700">
            <a:miter lim="400000"/>
          </a:ln>
        </p:spPr>
      </p:pic>
      <p:sp>
        <p:nvSpPr>
          <p:cNvPr id="29" name="Body Level One…"/>
          <p:cNvSpPr txBox="1"/>
          <p:nvPr>
            <p:ph type="body" idx="1" hasCustomPrompt="1"/>
          </p:nvPr>
        </p:nvSpPr>
        <p:spPr>
          <a:prstGeom prst="rect">
            <a:avLst/>
          </a:prstGeom>
        </p:spPr>
        <p:txBody>
          <a:bodyPr/>
          <a:lstStyle/>
          <a:p>
            <a:pPr/>
            <a:r>
              <a:t>SECTION TITLE</a:t>
            </a:r>
          </a:p>
          <a:p>
            <a:pPr lvl="1"/>
            <a:r>
              <a:t/>
            </a:r>
          </a:p>
          <a:p>
            <a:pPr lvl="2"/>
            <a:r>
              <a:t/>
            </a:r>
          </a:p>
          <a:p>
            <a:pPr lvl="3"/>
            <a:r>
              <a:t/>
            </a:r>
          </a:p>
          <a:p>
            <a:pPr lvl="4"/>
            <a:r>
              <a:t/>
            </a:r>
          </a:p>
        </p:txBody>
      </p:sp>
      <p:sp>
        <p:nvSpPr>
          <p:cNvPr id="30" name="Text Placeholder 8"/>
          <p:cNvSpPr/>
          <p:nvPr>
            <p:ph type="body" sz="quarter" idx="21" hasCustomPrompt="1"/>
          </p:nvPr>
        </p:nvSpPr>
        <p:spPr>
          <a:xfrm>
            <a:off x="311150" y="3425826"/>
            <a:ext cx="1730375" cy="749947"/>
          </a:xfrm>
          <a:prstGeom prst="rect">
            <a:avLst/>
          </a:prstGeom>
        </p:spPr>
        <p:txBody>
          <a:bodyPr/>
          <a:lstStyle>
            <a:lvl1pPr>
              <a:lnSpc>
                <a:spcPct val="100000"/>
              </a:lnSpc>
              <a:defRPr sz="800"/>
            </a:lvl1pPr>
          </a:lstStyle>
          <a:p>
            <a:pPr/>
            <a:r>
              <a:t>Section description text  can go here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38"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sp>
        <p:nvSpPr>
          <p:cNvPr id="39" name="TextBox 7"/>
          <p:cNvSpPr txBox="1"/>
          <p:nvPr/>
        </p:nvSpPr>
        <p:spPr>
          <a:xfrm>
            <a:off x="1740209" y="4642564"/>
            <a:ext cx="484433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500">
                <a:solidFill>
                  <a:srgbClr val="001400"/>
                </a:solidFill>
              </a:defRPr>
            </a:lvl1pPr>
          </a:lstStyle>
          <a:p>
            <a:pPr/>
            <a:r>
              <a:t> </a:t>
            </a:r>
          </a:p>
        </p:txBody>
      </p:sp>
      <p:sp>
        <p:nvSpPr>
          <p:cNvPr id="40" name="Body Level One…"/>
          <p:cNvSpPr txBox="1"/>
          <p:nvPr>
            <p:ph type="body" sz="quarter" idx="1" hasCustomPrompt="1"/>
          </p:nvPr>
        </p:nvSpPr>
        <p:spPr>
          <a:xfrm>
            <a:off x="323849" y="311150"/>
            <a:ext cx="8151815" cy="280990"/>
          </a:xfrm>
          <a:prstGeom prst="rect">
            <a:avLst/>
          </a:prstGeom>
        </p:spPr>
        <p:txBody>
          <a:bodyPr/>
          <a:lstStyle>
            <a:lvl1pPr>
              <a:lnSpc>
                <a:spcPct val="100000"/>
              </a:lnSpc>
              <a:defRPr sz="1100">
                <a:solidFill>
                  <a:srgbClr val="000000"/>
                </a:solidFill>
              </a:defRPr>
            </a:lvl1pPr>
            <a:lvl2pPr>
              <a:lnSpc>
                <a:spcPct val="100000"/>
              </a:lnSpc>
              <a:defRPr sz="1100">
                <a:solidFill>
                  <a:srgbClr val="000000"/>
                </a:solidFill>
              </a:defRPr>
            </a:lvl2pPr>
            <a:lvl3pPr>
              <a:lnSpc>
                <a:spcPct val="100000"/>
              </a:lnSpc>
              <a:defRPr sz="1100">
                <a:solidFill>
                  <a:srgbClr val="000000"/>
                </a:solidFill>
              </a:defRPr>
            </a:lvl3pPr>
            <a:lvl4pPr>
              <a:lnSpc>
                <a:spcPct val="100000"/>
              </a:lnSpc>
              <a:defRPr sz="1100">
                <a:solidFill>
                  <a:srgbClr val="000000"/>
                </a:solidFill>
              </a:defRPr>
            </a:lvl4pPr>
            <a:lvl5pPr>
              <a:lnSpc>
                <a:spcPct val="100000"/>
              </a:lnSpc>
              <a:defRPr sz="1100">
                <a:solidFill>
                  <a:srgbClr val="000000"/>
                </a:solidFill>
              </a:defRPr>
            </a:lvl5pPr>
          </a:lstStyle>
          <a:p>
            <a:pPr/>
            <a:r>
              <a:t>SLIDE TITLE GOES HERE</a:t>
            </a:r>
          </a:p>
          <a:p>
            <a:pPr lvl="1"/>
            <a:r>
              <a:t/>
            </a:r>
          </a:p>
          <a:p>
            <a:pPr lvl="2"/>
            <a:r>
              <a:t/>
            </a:r>
          </a:p>
          <a:p>
            <a:pPr lvl="3"/>
            <a:r>
              <a:t/>
            </a:r>
          </a:p>
          <a:p>
            <a:pPr lvl="4"/>
            <a:r>
              <a:t/>
            </a:r>
          </a:p>
        </p:txBody>
      </p:sp>
      <p:sp>
        <p:nvSpPr>
          <p:cNvPr id="41" name="Text Placeholder 13"/>
          <p:cNvSpPr/>
          <p:nvPr>
            <p:ph type="body" sz="quarter" idx="21" hasCustomPrompt="1"/>
          </p:nvPr>
        </p:nvSpPr>
        <p:spPr>
          <a:xfrm>
            <a:off x="323848" y="890587"/>
            <a:ext cx="8496301" cy="656287"/>
          </a:xfrm>
          <a:prstGeom prst="rect">
            <a:avLst/>
          </a:prstGeom>
        </p:spPr>
        <p:txBody>
          <a:bodyPr anchor="t"/>
          <a:lstStyle>
            <a:lvl1pPr>
              <a:lnSpc>
                <a:spcPts val="2800"/>
              </a:lnSpc>
              <a:spcBef>
                <a:spcPts val="1000"/>
              </a:spcBef>
              <a:defRPr sz="2600">
                <a:solidFill>
                  <a:srgbClr val="000000"/>
                </a:solidFill>
              </a:defRPr>
            </a:lvl1pPr>
          </a:lstStyle>
          <a:p>
            <a:pPr/>
            <a:r>
              <a:t>Introductory paragraph goes here</a:t>
            </a:r>
          </a:p>
        </p:txBody>
      </p:sp>
      <p:pic>
        <p:nvPicPr>
          <p:cNvPr id="42" name="Picture 3" descr="Picture 3"/>
          <p:cNvPicPr>
            <a:picLocks noChangeAspect="1"/>
          </p:cNvPicPr>
          <p:nvPr/>
        </p:nvPicPr>
        <p:blipFill>
          <a:blip r:embed="rId2">
            <a:extLst/>
          </a:blip>
          <a:stretch>
            <a:fillRect/>
          </a:stretch>
        </p:blipFill>
        <p:spPr>
          <a:xfrm rot="10800000">
            <a:off x="311150" y="4162738"/>
            <a:ext cx="8509000" cy="656290"/>
          </a:xfrm>
          <a:prstGeom prst="rect">
            <a:avLst/>
          </a:prstGeom>
          <a:ln w="12700">
            <a:miter lim="400000"/>
          </a:ln>
        </p:spPr>
      </p:pic>
      <p:pic>
        <p:nvPicPr>
          <p:cNvPr id="43" name="Picture 13" descr="Picture 13"/>
          <p:cNvPicPr>
            <a:picLocks noChangeAspect="1"/>
          </p:cNvPicPr>
          <p:nvPr/>
        </p:nvPicPr>
        <p:blipFill>
          <a:blip r:embed="rId3">
            <a:extLst/>
          </a:blip>
          <a:stretch>
            <a:fillRect/>
          </a:stretch>
        </p:blipFill>
        <p:spPr>
          <a:xfrm>
            <a:off x="8380810" y="4889501"/>
            <a:ext cx="130201" cy="146113"/>
          </a:xfrm>
          <a:prstGeom prst="rect">
            <a:avLst/>
          </a:prstGeom>
          <a:ln w="12700">
            <a:miter lim="400000"/>
          </a:ln>
        </p:spPr>
      </p:pic>
      <p:pic>
        <p:nvPicPr>
          <p:cNvPr id="44" name="Picture 14" descr="Picture 14"/>
          <p:cNvPicPr>
            <a:picLocks noChangeAspect="1"/>
          </p:cNvPicPr>
          <p:nvPr/>
        </p:nvPicPr>
        <p:blipFill>
          <a:blip r:embed="rId4">
            <a:extLst/>
          </a:blip>
          <a:stretch>
            <a:fillRect/>
          </a:stretch>
        </p:blipFill>
        <p:spPr>
          <a:xfrm>
            <a:off x="311150" y="4907419"/>
            <a:ext cx="923287" cy="109263"/>
          </a:xfrm>
          <a:prstGeom prst="rect">
            <a:avLst/>
          </a:prstGeom>
          <a:ln w="12700">
            <a:miter lim="400000"/>
          </a:ln>
        </p:spPr>
      </p:pic>
      <p:sp>
        <p:nvSpPr>
          <p:cNvPr id="45" name="Text Placeholder 13"/>
          <p:cNvSpPr/>
          <p:nvPr>
            <p:ph type="body" idx="22" hasCustomPrompt="1"/>
          </p:nvPr>
        </p:nvSpPr>
        <p:spPr>
          <a:xfrm>
            <a:off x="323849" y="1807266"/>
            <a:ext cx="8496301" cy="2284992"/>
          </a:xfrm>
          <a:prstGeom prst="rect">
            <a:avLst/>
          </a:prstGeom>
        </p:spPr>
        <p:txBody>
          <a:bodyPr anchor="t"/>
          <a:lstStyle>
            <a:lvl1pPr>
              <a:lnSpc>
                <a:spcPct val="100000"/>
              </a:lnSpc>
              <a:defRPr sz="1400">
                <a:solidFill>
                  <a:srgbClr val="000000"/>
                </a:solidFill>
              </a:defRPr>
            </a:lvl1pPr>
          </a:lstStyle>
          <a:p>
            <a:pPr/>
            <a:r>
              <a:t>Detailed copy goes here</a:t>
            </a:r>
          </a:p>
        </p:txBody>
      </p:sp>
      <p:sp>
        <p:nvSpPr>
          <p:cNvPr id="46" name="Slide Number"/>
          <p:cNvSpPr txBox="1"/>
          <p:nvPr>
            <p:ph type="sldNum" sz="quarter" idx="2"/>
          </p:nvPr>
        </p:nvSpPr>
        <p:spPr>
          <a:xfrm>
            <a:off x="6279552" y="4635137"/>
            <a:ext cx="273652" cy="2642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53"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sp>
        <p:nvSpPr>
          <p:cNvPr id="54" name="TextBox 7"/>
          <p:cNvSpPr txBox="1"/>
          <p:nvPr/>
        </p:nvSpPr>
        <p:spPr>
          <a:xfrm>
            <a:off x="1740209" y="4642564"/>
            <a:ext cx="484433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500">
                <a:solidFill>
                  <a:srgbClr val="001400"/>
                </a:solidFill>
              </a:defRPr>
            </a:lvl1pPr>
          </a:lstStyle>
          <a:p>
            <a:pPr/>
            <a:r>
              <a:t> </a:t>
            </a:r>
          </a:p>
        </p:txBody>
      </p:sp>
      <p:pic>
        <p:nvPicPr>
          <p:cNvPr id="55" name="Picture 3" descr="Picture 3"/>
          <p:cNvPicPr>
            <a:picLocks noChangeAspect="1"/>
          </p:cNvPicPr>
          <p:nvPr/>
        </p:nvPicPr>
        <p:blipFill>
          <a:blip r:embed="rId3">
            <a:extLst/>
          </a:blip>
          <a:stretch>
            <a:fillRect/>
          </a:stretch>
        </p:blipFill>
        <p:spPr>
          <a:xfrm>
            <a:off x="7048500" y="1127124"/>
            <a:ext cx="941498" cy="3177559"/>
          </a:xfrm>
          <a:prstGeom prst="rect">
            <a:avLst/>
          </a:prstGeom>
          <a:ln w="12700">
            <a:miter lim="400000"/>
          </a:ln>
        </p:spPr>
      </p:pic>
      <p:sp>
        <p:nvSpPr>
          <p:cNvPr id="56" name="TextBox 9"/>
          <p:cNvSpPr txBox="1"/>
          <p:nvPr/>
        </p:nvSpPr>
        <p:spPr>
          <a:xfrm>
            <a:off x="7100888" y="1166812"/>
            <a:ext cx="558106"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spcBef>
                <a:spcPts val="1000"/>
              </a:spcBef>
              <a:defRPr spc="150" sz="800">
                <a:solidFill>
                  <a:srgbClr val="808980"/>
                </a:solidFill>
              </a:defRPr>
            </a:lvl1pPr>
          </a:lstStyle>
          <a:p>
            <a:pPr/>
            <a:r>
              <a:t>INSIGHT</a:t>
            </a:r>
          </a:p>
        </p:txBody>
      </p:sp>
      <p:sp>
        <p:nvSpPr>
          <p:cNvPr id="57" name="Body Level One…"/>
          <p:cNvSpPr txBox="1"/>
          <p:nvPr>
            <p:ph type="body" sz="quarter" idx="1" hasCustomPrompt="1"/>
          </p:nvPr>
        </p:nvSpPr>
        <p:spPr>
          <a:xfrm>
            <a:off x="323850" y="301625"/>
            <a:ext cx="6724650" cy="825500"/>
          </a:xfrm>
          <a:prstGeom prst="rect">
            <a:avLst/>
          </a:prstGeom>
        </p:spPr>
        <p:txBody>
          <a:bodyPr anchor="ctr"/>
          <a:lstStyle>
            <a:lvl1pPr>
              <a:lnSpc>
                <a:spcPct val="100000"/>
              </a:lnSpc>
              <a:defRPr sz="1400">
                <a:solidFill>
                  <a:srgbClr val="000000"/>
                </a:solidFill>
              </a:defRPr>
            </a:lvl1pPr>
            <a:lvl2pPr>
              <a:lnSpc>
                <a:spcPct val="100000"/>
              </a:lnSpc>
              <a:defRPr sz="1400">
                <a:solidFill>
                  <a:srgbClr val="000000"/>
                </a:solidFill>
              </a:defRPr>
            </a:lvl2pPr>
            <a:lvl3pPr>
              <a:lnSpc>
                <a:spcPct val="100000"/>
              </a:lnSpc>
              <a:defRPr sz="1400">
                <a:solidFill>
                  <a:srgbClr val="000000"/>
                </a:solidFill>
              </a:defRPr>
            </a:lvl3pPr>
            <a:lvl4pPr>
              <a:lnSpc>
                <a:spcPct val="100000"/>
              </a:lnSpc>
              <a:defRPr sz="1400">
                <a:solidFill>
                  <a:srgbClr val="000000"/>
                </a:solidFill>
              </a:defRPr>
            </a:lvl4pPr>
            <a:lvl5pPr>
              <a:lnSpc>
                <a:spcPct val="100000"/>
              </a:lnSpc>
              <a:defRPr sz="1400">
                <a:solidFill>
                  <a:srgbClr val="000000"/>
                </a:solidFill>
              </a:defRPr>
            </a:lvl5pPr>
          </a:lstStyle>
          <a:p>
            <a:pPr/>
            <a:r>
              <a:t>Data visualisation title goes here</a:t>
            </a:r>
          </a:p>
          <a:p>
            <a:pPr lvl="1"/>
            <a:r>
              <a:t/>
            </a:r>
          </a:p>
          <a:p>
            <a:pPr lvl="2"/>
            <a:r>
              <a:t/>
            </a:r>
          </a:p>
          <a:p>
            <a:pPr lvl="3"/>
            <a:r>
              <a:t/>
            </a:r>
          </a:p>
          <a:p>
            <a:pPr lvl="4"/>
            <a:r>
              <a:t/>
            </a:r>
          </a:p>
        </p:txBody>
      </p:sp>
      <p:sp>
        <p:nvSpPr>
          <p:cNvPr id="58" name="Text Placeholder 15"/>
          <p:cNvSpPr/>
          <p:nvPr>
            <p:ph type="body" sz="quarter" idx="21" hasCustomPrompt="1"/>
          </p:nvPr>
        </p:nvSpPr>
        <p:spPr>
          <a:xfrm>
            <a:off x="7100888" y="1423559"/>
            <a:ext cx="1719262" cy="1414900"/>
          </a:xfrm>
          <a:prstGeom prst="rect">
            <a:avLst/>
          </a:prstGeom>
        </p:spPr>
        <p:txBody>
          <a:bodyPr anchor="t"/>
          <a:lstStyle>
            <a:lvl1pPr>
              <a:lnSpc>
                <a:spcPct val="100000"/>
              </a:lnSpc>
              <a:defRPr sz="800">
                <a:solidFill>
                  <a:srgbClr val="000000"/>
                </a:solidFill>
              </a:defRPr>
            </a:lvl1pPr>
          </a:lstStyle>
          <a:p>
            <a:pPr/>
            <a:r>
              <a:t>Insight text goes here</a:t>
            </a:r>
          </a:p>
        </p:txBody>
      </p:sp>
      <p:sp>
        <p:nvSpPr>
          <p:cNvPr id="59" name="Text Placeholder 15"/>
          <p:cNvSpPr/>
          <p:nvPr>
            <p:ph type="body" sz="quarter" idx="22" hasCustomPrompt="1"/>
          </p:nvPr>
        </p:nvSpPr>
        <p:spPr>
          <a:xfrm>
            <a:off x="7100888" y="3435350"/>
            <a:ext cx="1719262" cy="830263"/>
          </a:xfrm>
          <a:prstGeom prst="rect">
            <a:avLst/>
          </a:prstGeom>
        </p:spPr>
        <p:txBody>
          <a:bodyPr/>
          <a:lstStyle>
            <a:lvl1pPr>
              <a:lnSpc>
                <a:spcPct val="100000"/>
              </a:lnSpc>
              <a:defRPr i="1" sz="600">
                <a:solidFill>
                  <a:srgbClr val="000000"/>
                </a:solidFill>
              </a:defRPr>
            </a:lvl1pPr>
          </a:lstStyle>
          <a:p>
            <a:pPr/>
            <a:r>
              <a:t>Key/Legend information can go here</a:t>
            </a:r>
          </a:p>
        </p:txBody>
      </p:sp>
      <p:pic>
        <p:nvPicPr>
          <p:cNvPr id="60" name="Picture 8" descr="Picture 8"/>
          <p:cNvPicPr>
            <a:picLocks noChangeAspect="1"/>
          </p:cNvPicPr>
          <p:nvPr/>
        </p:nvPicPr>
        <p:blipFill>
          <a:blip r:embed="rId2">
            <a:extLst/>
          </a:blip>
          <a:stretch>
            <a:fillRect/>
          </a:stretch>
        </p:blipFill>
        <p:spPr>
          <a:xfrm rot="10800000">
            <a:off x="311150" y="4162738"/>
            <a:ext cx="8509000" cy="656290"/>
          </a:xfrm>
          <a:prstGeom prst="rect">
            <a:avLst/>
          </a:prstGeom>
          <a:ln w="12700">
            <a:miter lim="400000"/>
          </a:ln>
        </p:spPr>
      </p:pic>
      <p:pic>
        <p:nvPicPr>
          <p:cNvPr id="61" name="Picture 14" descr="Picture 14"/>
          <p:cNvPicPr>
            <a:picLocks noChangeAspect="1"/>
          </p:cNvPicPr>
          <p:nvPr/>
        </p:nvPicPr>
        <p:blipFill>
          <a:blip r:embed="rId4">
            <a:extLst/>
          </a:blip>
          <a:stretch>
            <a:fillRect/>
          </a:stretch>
        </p:blipFill>
        <p:spPr>
          <a:xfrm>
            <a:off x="8380810" y="4889501"/>
            <a:ext cx="130201" cy="146113"/>
          </a:xfrm>
          <a:prstGeom prst="rect">
            <a:avLst/>
          </a:prstGeom>
          <a:ln w="12700">
            <a:miter lim="400000"/>
          </a:ln>
        </p:spPr>
      </p:pic>
      <p:pic>
        <p:nvPicPr>
          <p:cNvPr id="62" name="Picture 15" descr="Picture 15"/>
          <p:cNvPicPr>
            <a:picLocks noChangeAspect="1"/>
          </p:cNvPicPr>
          <p:nvPr/>
        </p:nvPicPr>
        <p:blipFill>
          <a:blip r:embed="rId5">
            <a:extLst/>
          </a:blip>
          <a:stretch>
            <a:fillRect/>
          </a:stretch>
        </p:blipFill>
        <p:spPr>
          <a:xfrm>
            <a:off x="311150" y="4907419"/>
            <a:ext cx="923287" cy="109263"/>
          </a:xfrm>
          <a:prstGeom prst="rect">
            <a:avLst/>
          </a:prstGeom>
          <a:ln w="12700">
            <a:miter lim="400000"/>
          </a:ln>
        </p:spPr>
      </p:pic>
      <p:sp>
        <p:nvSpPr>
          <p:cNvPr id="63" name="Slide Number"/>
          <p:cNvSpPr txBox="1"/>
          <p:nvPr>
            <p:ph type="sldNum" sz="quarter" idx="2"/>
          </p:nvPr>
        </p:nvSpPr>
        <p:spPr>
          <a:xfrm>
            <a:off x="6279552" y="4635137"/>
            <a:ext cx="273652" cy="2642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70"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sp>
        <p:nvSpPr>
          <p:cNvPr id="71" name="TextBox 7"/>
          <p:cNvSpPr txBox="1"/>
          <p:nvPr/>
        </p:nvSpPr>
        <p:spPr>
          <a:xfrm>
            <a:off x="1740209" y="4642564"/>
            <a:ext cx="484433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500">
                <a:solidFill>
                  <a:srgbClr val="001400"/>
                </a:solidFill>
              </a:defRPr>
            </a:lvl1pPr>
          </a:lstStyle>
          <a:p>
            <a:pPr/>
            <a:r>
              <a:t> </a:t>
            </a:r>
          </a:p>
        </p:txBody>
      </p:sp>
      <p:sp>
        <p:nvSpPr>
          <p:cNvPr id="72" name="Body Level One…"/>
          <p:cNvSpPr txBox="1"/>
          <p:nvPr>
            <p:ph type="body" sz="quarter" idx="1" hasCustomPrompt="1"/>
          </p:nvPr>
        </p:nvSpPr>
        <p:spPr>
          <a:xfrm>
            <a:off x="323850" y="301625"/>
            <a:ext cx="6724650" cy="825500"/>
          </a:xfrm>
          <a:prstGeom prst="rect">
            <a:avLst/>
          </a:prstGeom>
        </p:spPr>
        <p:txBody>
          <a:bodyPr anchor="ctr"/>
          <a:lstStyle>
            <a:lvl1pPr>
              <a:lnSpc>
                <a:spcPct val="100000"/>
              </a:lnSpc>
              <a:defRPr i="1" sz="1000">
                <a:latin typeface="Shentox Regular Italic"/>
                <a:ea typeface="Shentox Regular Italic"/>
                <a:cs typeface="Shentox Regular Italic"/>
                <a:sym typeface="Shentox Regular Italic"/>
              </a:defRPr>
            </a:lvl1pPr>
            <a:lvl2pPr>
              <a:lnSpc>
                <a:spcPct val="100000"/>
              </a:lnSpc>
              <a:defRPr i="1" sz="1000">
                <a:latin typeface="Shentox Regular Italic"/>
                <a:ea typeface="Shentox Regular Italic"/>
                <a:cs typeface="Shentox Regular Italic"/>
                <a:sym typeface="Shentox Regular Italic"/>
              </a:defRPr>
            </a:lvl2pPr>
            <a:lvl3pPr>
              <a:lnSpc>
                <a:spcPct val="100000"/>
              </a:lnSpc>
              <a:defRPr i="1" sz="1000">
                <a:latin typeface="Shentox Regular Italic"/>
                <a:ea typeface="Shentox Regular Italic"/>
                <a:cs typeface="Shentox Regular Italic"/>
                <a:sym typeface="Shentox Regular Italic"/>
              </a:defRPr>
            </a:lvl3pPr>
            <a:lvl4pPr>
              <a:lnSpc>
                <a:spcPct val="100000"/>
              </a:lnSpc>
              <a:defRPr i="1" sz="1000">
                <a:latin typeface="Shentox Regular Italic"/>
                <a:ea typeface="Shentox Regular Italic"/>
                <a:cs typeface="Shentox Regular Italic"/>
                <a:sym typeface="Shentox Regular Italic"/>
              </a:defRPr>
            </a:lvl4pPr>
            <a:lvl5pPr>
              <a:lnSpc>
                <a:spcPct val="100000"/>
              </a:lnSpc>
              <a:defRPr i="1" sz="1000">
                <a:latin typeface="Shentox Regular Italic"/>
                <a:ea typeface="Shentox Regular Italic"/>
                <a:cs typeface="Shentox Regular Italic"/>
                <a:sym typeface="Shentox Regular Italic"/>
              </a:defRPr>
            </a:lvl5pPr>
          </a:lstStyle>
          <a:p>
            <a:pPr/>
            <a:r>
              <a:t>Data visualisation title goes here</a:t>
            </a:r>
          </a:p>
          <a:p>
            <a:pPr lvl="1"/>
            <a:r>
              <a:t/>
            </a:r>
          </a:p>
          <a:p>
            <a:pPr lvl="2"/>
            <a:r>
              <a:t/>
            </a:r>
          </a:p>
          <a:p>
            <a:pPr lvl="3"/>
            <a:r>
              <a:t/>
            </a:r>
          </a:p>
          <a:p>
            <a:pPr lvl="4"/>
            <a:r>
              <a:t/>
            </a:r>
          </a:p>
        </p:txBody>
      </p:sp>
      <p:sp>
        <p:nvSpPr>
          <p:cNvPr id="73" name="Text Placeholder 15"/>
          <p:cNvSpPr/>
          <p:nvPr>
            <p:ph type="body" sz="quarter" idx="21" hasCustomPrompt="1"/>
          </p:nvPr>
        </p:nvSpPr>
        <p:spPr>
          <a:xfrm>
            <a:off x="7100888" y="3435350"/>
            <a:ext cx="1719262" cy="830263"/>
          </a:xfrm>
          <a:prstGeom prst="rect">
            <a:avLst/>
          </a:prstGeom>
        </p:spPr>
        <p:txBody>
          <a:bodyPr/>
          <a:lstStyle>
            <a:lvl1pPr algn="r">
              <a:lnSpc>
                <a:spcPct val="100000"/>
              </a:lnSpc>
              <a:defRPr i="1" sz="600">
                <a:solidFill>
                  <a:srgbClr val="000000"/>
                </a:solidFill>
              </a:defRPr>
            </a:lvl1pPr>
          </a:lstStyle>
          <a:p>
            <a:pPr/>
            <a:r>
              <a:t>Key/Legend information can go here</a:t>
            </a:r>
          </a:p>
        </p:txBody>
      </p:sp>
      <p:pic>
        <p:nvPicPr>
          <p:cNvPr id="74" name="Picture 3" descr="Picture 3"/>
          <p:cNvPicPr>
            <a:picLocks noChangeAspect="1"/>
          </p:cNvPicPr>
          <p:nvPr/>
        </p:nvPicPr>
        <p:blipFill>
          <a:blip r:embed="rId2">
            <a:extLst/>
          </a:blip>
          <a:stretch>
            <a:fillRect/>
          </a:stretch>
        </p:blipFill>
        <p:spPr>
          <a:xfrm rot="10800000">
            <a:off x="311150" y="4162738"/>
            <a:ext cx="8509000" cy="656290"/>
          </a:xfrm>
          <a:prstGeom prst="rect">
            <a:avLst/>
          </a:prstGeom>
          <a:ln w="12700">
            <a:miter lim="400000"/>
          </a:ln>
        </p:spPr>
      </p:pic>
      <p:pic>
        <p:nvPicPr>
          <p:cNvPr id="75" name="Picture 13" descr="Picture 13"/>
          <p:cNvPicPr>
            <a:picLocks noChangeAspect="1"/>
          </p:cNvPicPr>
          <p:nvPr/>
        </p:nvPicPr>
        <p:blipFill>
          <a:blip r:embed="rId3">
            <a:extLst/>
          </a:blip>
          <a:stretch>
            <a:fillRect/>
          </a:stretch>
        </p:blipFill>
        <p:spPr>
          <a:xfrm>
            <a:off x="8380810" y="4889501"/>
            <a:ext cx="130201" cy="146113"/>
          </a:xfrm>
          <a:prstGeom prst="rect">
            <a:avLst/>
          </a:prstGeom>
          <a:ln w="12700">
            <a:miter lim="400000"/>
          </a:ln>
        </p:spPr>
      </p:pic>
      <p:pic>
        <p:nvPicPr>
          <p:cNvPr id="76" name="Picture 14" descr="Picture 14"/>
          <p:cNvPicPr>
            <a:picLocks noChangeAspect="1"/>
          </p:cNvPicPr>
          <p:nvPr/>
        </p:nvPicPr>
        <p:blipFill>
          <a:blip r:embed="rId4">
            <a:extLst/>
          </a:blip>
          <a:stretch>
            <a:fillRect/>
          </a:stretch>
        </p:blipFill>
        <p:spPr>
          <a:xfrm>
            <a:off x="311150" y="4907419"/>
            <a:ext cx="923287" cy="109263"/>
          </a:xfrm>
          <a:prstGeom prst="rect">
            <a:avLst/>
          </a:prstGeom>
          <a:ln w="12700">
            <a:miter lim="400000"/>
          </a:ln>
        </p:spPr>
      </p:pic>
      <p:sp>
        <p:nvSpPr>
          <p:cNvPr id="77" name="Slide Number"/>
          <p:cNvSpPr txBox="1"/>
          <p:nvPr>
            <p:ph type="sldNum" sz="quarter" idx="2"/>
          </p:nvPr>
        </p:nvSpPr>
        <p:spPr>
          <a:xfrm>
            <a:off x="6279552" y="4635137"/>
            <a:ext cx="273652" cy="2642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84"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pic>
        <p:nvPicPr>
          <p:cNvPr id="85" name="Picture 16" descr="Picture 16"/>
          <p:cNvPicPr>
            <a:picLocks noChangeAspect="1"/>
          </p:cNvPicPr>
          <p:nvPr/>
        </p:nvPicPr>
        <p:blipFill>
          <a:blip r:embed="rId3">
            <a:extLst/>
          </a:blip>
          <a:stretch>
            <a:fillRect/>
          </a:stretch>
        </p:blipFill>
        <p:spPr>
          <a:xfrm>
            <a:off x="8450256" y="459035"/>
            <a:ext cx="130200" cy="146111"/>
          </a:xfrm>
          <a:prstGeom prst="rect">
            <a:avLst/>
          </a:prstGeom>
          <a:ln w="12700">
            <a:miter lim="400000"/>
          </a:ln>
        </p:spPr>
      </p:pic>
      <p:sp>
        <p:nvSpPr>
          <p:cNvPr id="86" name="Body Level One…"/>
          <p:cNvSpPr txBox="1"/>
          <p:nvPr>
            <p:ph type="body" sz="quarter" idx="1" hasCustomPrompt="1"/>
          </p:nvPr>
        </p:nvSpPr>
        <p:spPr>
          <a:xfrm>
            <a:off x="323850" y="301625"/>
            <a:ext cx="6724650" cy="825500"/>
          </a:xfrm>
          <a:prstGeom prst="rect">
            <a:avLst/>
          </a:prstGeom>
        </p:spPr>
        <p:txBody>
          <a:bodyPr anchor="ctr"/>
          <a:lstStyle>
            <a:lvl1pPr>
              <a:lnSpc>
                <a:spcPct val="100000"/>
              </a:lnSpc>
              <a:defRPr i="1" sz="1000">
                <a:latin typeface="Shentox Regular Italic"/>
                <a:ea typeface="Shentox Regular Italic"/>
                <a:cs typeface="Shentox Regular Italic"/>
                <a:sym typeface="Shentox Regular Italic"/>
              </a:defRPr>
            </a:lvl1pPr>
            <a:lvl2pPr>
              <a:lnSpc>
                <a:spcPct val="100000"/>
              </a:lnSpc>
              <a:defRPr i="1" sz="1000">
                <a:latin typeface="Shentox Regular Italic"/>
                <a:ea typeface="Shentox Regular Italic"/>
                <a:cs typeface="Shentox Regular Italic"/>
                <a:sym typeface="Shentox Regular Italic"/>
              </a:defRPr>
            </a:lvl2pPr>
            <a:lvl3pPr>
              <a:lnSpc>
                <a:spcPct val="100000"/>
              </a:lnSpc>
              <a:defRPr i="1" sz="1000">
                <a:latin typeface="Shentox Regular Italic"/>
                <a:ea typeface="Shentox Regular Italic"/>
                <a:cs typeface="Shentox Regular Italic"/>
                <a:sym typeface="Shentox Regular Italic"/>
              </a:defRPr>
            </a:lvl3pPr>
            <a:lvl4pPr>
              <a:lnSpc>
                <a:spcPct val="100000"/>
              </a:lnSpc>
              <a:defRPr i="1" sz="1000">
                <a:latin typeface="Shentox Regular Italic"/>
                <a:ea typeface="Shentox Regular Italic"/>
                <a:cs typeface="Shentox Regular Italic"/>
                <a:sym typeface="Shentox Regular Italic"/>
              </a:defRPr>
            </a:lvl4pPr>
            <a:lvl5pPr>
              <a:lnSpc>
                <a:spcPct val="100000"/>
              </a:lnSpc>
              <a:defRPr i="1" sz="1000">
                <a:latin typeface="Shentox Regular Italic"/>
                <a:ea typeface="Shentox Regular Italic"/>
                <a:cs typeface="Shentox Regular Italic"/>
                <a:sym typeface="Shentox Regular Italic"/>
              </a:defRPr>
            </a:lvl5pPr>
          </a:lstStyle>
          <a:p>
            <a:pPr/>
            <a:r>
              <a:t>Data visualisation title goes here</a:t>
            </a:r>
          </a:p>
          <a:p>
            <a:pPr lvl="1"/>
            <a:r>
              <a:t/>
            </a:r>
          </a:p>
          <a:p>
            <a:pPr lvl="2"/>
            <a:r>
              <a:t/>
            </a:r>
          </a:p>
          <a:p>
            <a:pPr lvl="3"/>
            <a:r>
              <a:t/>
            </a:r>
          </a:p>
          <a:p>
            <a:pPr lvl="4"/>
            <a:r>
              <a:t/>
            </a:r>
          </a:p>
        </p:txBody>
      </p:sp>
      <p:sp>
        <p:nvSpPr>
          <p:cNvPr id="8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94"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pic>
        <p:nvPicPr>
          <p:cNvPr id="95" name="Picture 16" descr="Picture 16"/>
          <p:cNvPicPr>
            <a:picLocks noChangeAspect="1"/>
          </p:cNvPicPr>
          <p:nvPr/>
        </p:nvPicPr>
        <p:blipFill>
          <a:blip r:embed="rId3">
            <a:extLst/>
          </a:blip>
          <a:stretch>
            <a:fillRect/>
          </a:stretch>
        </p:blipFill>
        <p:spPr>
          <a:xfrm>
            <a:off x="8450256" y="459035"/>
            <a:ext cx="130200" cy="146111"/>
          </a:xfrm>
          <a:prstGeom prst="rect">
            <a:avLst/>
          </a:prstGeom>
          <a:ln w="12700">
            <a:miter lim="400000"/>
          </a:ln>
        </p:spPr>
      </p:pic>
      <p:sp>
        <p:nvSpPr>
          <p:cNvPr id="96" name="Title Text"/>
          <p:cNvSpPr txBox="1"/>
          <p:nvPr>
            <p:ph type="title"/>
          </p:nvPr>
        </p:nvSpPr>
        <p:spPr>
          <a:xfrm>
            <a:off x="323850" y="454525"/>
            <a:ext cx="7886701" cy="993776"/>
          </a:xfrm>
          <a:prstGeom prst="rect">
            <a:avLst/>
          </a:prstGeom>
        </p:spPr>
        <p:txBody>
          <a:bodyPr/>
          <a:lstStyle/>
          <a:p>
            <a:pPr/>
            <a:r>
              <a:t>Title Text</a:t>
            </a:r>
          </a:p>
        </p:txBody>
      </p:sp>
      <p:sp>
        <p:nvSpPr>
          <p:cNvPr id="97" name="Slide Number"/>
          <p:cNvSpPr txBox="1"/>
          <p:nvPr>
            <p:ph type="sldNum" sz="quarter" idx="2"/>
          </p:nvPr>
        </p:nvSpPr>
        <p:spPr>
          <a:xfrm>
            <a:off x="6279552" y="4635137"/>
            <a:ext cx="273652" cy="2642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104"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sp>
        <p:nvSpPr>
          <p:cNvPr id="105" name="Body Level One…"/>
          <p:cNvSpPr txBox="1"/>
          <p:nvPr>
            <p:ph type="body" sz="quarter" idx="1" hasCustomPrompt="1"/>
          </p:nvPr>
        </p:nvSpPr>
        <p:spPr>
          <a:xfrm>
            <a:off x="323849" y="311150"/>
            <a:ext cx="8151815" cy="280990"/>
          </a:xfrm>
          <a:prstGeom prst="rect">
            <a:avLst/>
          </a:prstGeom>
        </p:spPr>
        <p:txBody>
          <a:bodyPr/>
          <a:lstStyle>
            <a:lvl1pPr>
              <a:lnSpc>
                <a:spcPct val="100000"/>
              </a:lnSpc>
              <a:defRPr sz="1100">
                <a:solidFill>
                  <a:srgbClr val="000000"/>
                </a:solidFill>
              </a:defRPr>
            </a:lvl1pPr>
            <a:lvl2pPr>
              <a:lnSpc>
                <a:spcPct val="100000"/>
              </a:lnSpc>
              <a:defRPr sz="1100">
                <a:solidFill>
                  <a:srgbClr val="000000"/>
                </a:solidFill>
              </a:defRPr>
            </a:lvl2pPr>
            <a:lvl3pPr>
              <a:lnSpc>
                <a:spcPct val="100000"/>
              </a:lnSpc>
              <a:defRPr sz="1100">
                <a:solidFill>
                  <a:srgbClr val="000000"/>
                </a:solidFill>
              </a:defRPr>
            </a:lvl3pPr>
            <a:lvl4pPr>
              <a:lnSpc>
                <a:spcPct val="100000"/>
              </a:lnSpc>
              <a:defRPr sz="1100">
                <a:solidFill>
                  <a:srgbClr val="000000"/>
                </a:solidFill>
              </a:defRPr>
            </a:lvl4pPr>
            <a:lvl5pPr>
              <a:lnSpc>
                <a:spcPct val="100000"/>
              </a:lnSpc>
              <a:defRPr sz="1100">
                <a:solidFill>
                  <a:srgbClr val="000000"/>
                </a:solidFill>
              </a:defRPr>
            </a:lvl5pPr>
          </a:lstStyle>
          <a:p>
            <a:pPr/>
            <a:r>
              <a:t>SLIDE TITLE GOES HERE</a:t>
            </a:r>
          </a:p>
          <a:p>
            <a:pPr lvl="1"/>
            <a:r>
              <a:t/>
            </a:r>
          </a:p>
          <a:p>
            <a:pPr lvl="2"/>
            <a:r>
              <a:t/>
            </a:r>
          </a:p>
          <a:p>
            <a:pPr lvl="3"/>
            <a:r>
              <a:t/>
            </a:r>
          </a:p>
          <a:p>
            <a:pPr lvl="4"/>
            <a:r>
              <a:t/>
            </a:r>
          </a:p>
        </p:txBody>
      </p:sp>
      <p:sp>
        <p:nvSpPr>
          <p:cNvPr id="106" name="Straight Connector 9"/>
          <p:cNvSpPr/>
          <p:nvPr/>
        </p:nvSpPr>
        <p:spPr>
          <a:xfrm flipH="1">
            <a:off x="3141416" y="882650"/>
            <a:ext cx="12" cy="3382963"/>
          </a:xfrm>
          <a:prstGeom prst="line">
            <a:avLst/>
          </a:prstGeom>
          <a:ln>
            <a:solidFill>
              <a:srgbClr val="001400"/>
            </a:solidFill>
          </a:ln>
        </p:spPr>
        <p:txBody>
          <a:bodyPr lIns="45718" tIns="45718" rIns="45718" bIns="45718"/>
          <a:lstStyle/>
          <a:p>
            <a:pPr/>
          </a:p>
        </p:txBody>
      </p:sp>
      <p:sp>
        <p:nvSpPr>
          <p:cNvPr id="107" name="Straight Connector 10"/>
          <p:cNvSpPr/>
          <p:nvPr/>
        </p:nvSpPr>
        <p:spPr>
          <a:xfrm flipH="1">
            <a:off x="5994032" y="882650"/>
            <a:ext cx="12" cy="3382963"/>
          </a:xfrm>
          <a:prstGeom prst="line">
            <a:avLst/>
          </a:prstGeom>
          <a:ln>
            <a:solidFill>
              <a:srgbClr val="001400"/>
            </a:solidFill>
          </a:ln>
        </p:spPr>
        <p:txBody>
          <a:bodyPr lIns="45718" tIns="45718" rIns="45718" bIns="45718"/>
          <a:lstStyle/>
          <a:p>
            <a:pPr/>
          </a:p>
        </p:txBody>
      </p:sp>
      <p:pic>
        <p:nvPicPr>
          <p:cNvPr id="108" name="Picture 7" descr="Picture 7"/>
          <p:cNvPicPr>
            <a:picLocks noChangeAspect="1"/>
          </p:cNvPicPr>
          <p:nvPr/>
        </p:nvPicPr>
        <p:blipFill>
          <a:blip r:embed="rId2">
            <a:extLst/>
          </a:blip>
          <a:stretch>
            <a:fillRect/>
          </a:stretch>
        </p:blipFill>
        <p:spPr>
          <a:xfrm rot="10800000">
            <a:off x="311150" y="4162738"/>
            <a:ext cx="8509000" cy="656290"/>
          </a:xfrm>
          <a:prstGeom prst="rect">
            <a:avLst/>
          </a:prstGeom>
          <a:ln w="12700">
            <a:miter lim="400000"/>
          </a:ln>
        </p:spPr>
      </p:pic>
      <p:pic>
        <p:nvPicPr>
          <p:cNvPr id="109" name="Picture 13" descr="Picture 13"/>
          <p:cNvPicPr>
            <a:picLocks noChangeAspect="1"/>
          </p:cNvPicPr>
          <p:nvPr/>
        </p:nvPicPr>
        <p:blipFill>
          <a:blip r:embed="rId3">
            <a:extLst/>
          </a:blip>
          <a:stretch>
            <a:fillRect/>
          </a:stretch>
        </p:blipFill>
        <p:spPr>
          <a:xfrm>
            <a:off x="8380810" y="4889501"/>
            <a:ext cx="130201" cy="146113"/>
          </a:xfrm>
          <a:prstGeom prst="rect">
            <a:avLst/>
          </a:prstGeom>
          <a:ln w="12700">
            <a:miter lim="400000"/>
          </a:ln>
        </p:spPr>
      </p:pic>
      <p:pic>
        <p:nvPicPr>
          <p:cNvPr id="110" name="Picture 14" descr="Picture 14"/>
          <p:cNvPicPr>
            <a:picLocks noChangeAspect="1"/>
          </p:cNvPicPr>
          <p:nvPr/>
        </p:nvPicPr>
        <p:blipFill>
          <a:blip r:embed="rId4">
            <a:extLst/>
          </a:blip>
          <a:stretch>
            <a:fillRect/>
          </a:stretch>
        </p:blipFill>
        <p:spPr>
          <a:xfrm>
            <a:off x="311150" y="4907419"/>
            <a:ext cx="923287" cy="109263"/>
          </a:xfrm>
          <a:prstGeom prst="rect">
            <a:avLst/>
          </a:prstGeom>
          <a:ln w="12700">
            <a:miter lim="400000"/>
          </a:ln>
        </p:spPr>
      </p:pic>
      <p:sp>
        <p:nvSpPr>
          <p:cNvPr id="111" name="Slide Number"/>
          <p:cNvSpPr txBox="1"/>
          <p:nvPr>
            <p:ph type="sldNum" sz="quarter" idx="2"/>
          </p:nvPr>
        </p:nvSpPr>
        <p:spPr>
          <a:xfrm>
            <a:off x="6279552" y="4635137"/>
            <a:ext cx="273652" cy="2642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118"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sp>
        <p:nvSpPr>
          <p:cNvPr id="119" name="TextBox 7"/>
          <p:cNvSpPr txBox="1"/>
          <p:nvPr/>
        </p:nvSpPr>
        <p:spPr>
          <a:xfrm>
            <a:off x="1740209" y="4642564"/>
            <a:ext cx="484433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500">
                <a:solidFill>
                  <a:srgbClr val="001400"/>
                </a:solidFill>
              </a:defRPr>
            </a:lvl1pPr>
          </a:lstStyle>
          <a:p>
            <a:pPr/>
            <a:r>
              <a:t> </a:t>
            </a:r>
          </a:p>
        </p:txBody>
      </p:sp>
      <p:sp>
        <p:nvSpPr>
          <p:cNvPr id="120" name="Body Level One…"/>
          <p:cNvSpPr txBox="1"/>
          <p:nvPr>
            <p:ph type="body" sz="quarter" idx="1" hasCustomPrompt="1"/>
          </p:nvPr>
        </p:nvSpPr>
        <p:spPr>
          <a:xfrm>
            <a:off x="323849" y="311150"/>
            <a:ext cx="8151815" cy="280990"/>
          </a:xfrm>
          <a:prstGeom prst="rect">
            <a:avLst/>
          </a:prstGeom>
        </p:spPr>
        <p:txBody>
          <a:bodyPr/>
          <a:lstStyle>
            <a:lvl1pPr>
              <a:lnSpc>
                <a:spcPct val="100000"/>
              </a:lnSpc>
              <a:defRPr sz="1100">
                <a:solidFill>
                  <a:srgbClr val="000000"/>
                </a:solidFill>
              </a:defRPr>
            </a:lvl1pPr>
            <a:lvl2pPr>
              <a:lnSpc>
                <a:spcPct val="100000"/>
              </a:lnSpc>
              <a:defRPr sz="1100">
                <a:solidFill>
                  <a:srgbClr val="000000"/>
                </a:solidFill>
              </a:defRPr>
            </a:lvl2pPr>
            <a:lvl3pPr>
              <a:lnSpc>
                <a:spcPct val="100000"/>
              </a:lnSpc>
              <a:defRPr sz="1100">
                <a:solidFill>
                  <a:srgbClr val="000000"/>
                </a:solidFill>
              </a:defRPr>
            </a:lvl3pPr>
            <a:lvl4pPr>
              <a:lnSpc>
                <a:spcPct val="100000"/>
              </a:lnSpc>
              <a:defRPr sz="1100">
                <a:solidFill>
                  <a:srgbClr val="000000"/>
                </a:solidFill>
              </a:defRPr>
            </a:lvl4pPr>
            <a:lvl5pPr>
              <a:lnSpc>
                <a:spcPct val="100000"/>
              </a:lnSpc>
              <a:defRPr sz="1100">
                <a:solidFill>
                  <a:srgbClr val="000000"/>
                </a:solidFill>
              </a:defRPr>
            </a:lvl5pPr>
          </a:lstStyle>
          <a:p>
            <a:pPr/>
            <a:r>
              <a:t>SLIDE TITLE GOES HERE</a:t>
            </a:r>
          </a:p>
          <a:p>
            <a:pPr lvl="1"/>
            <a:r>
              <a:t/>
            </a:r>
          </a:p>
          <a:p>
            <a:pPr lvl="2"/>
            <a:r>
              <a:t/>
            </a:r>
          </a:p>
          <a:p>
            <a:pPr lvl="3"/>
            <a:r>
              <a:t/>
            </a:r>
          </a:p>
          <a:p>
            <a:pPr lvl="4"/>
            <a:r>
              <a:t/>
            </a:r>
          </a:p>
        </p:txBody>
      </p:sp>
      <p:sp>
        <p:nvSpPr>
          <p:cNvPr id="121" name="Straight Connector 8"/>
          <p:cNvSpPr/>
          <p:nvPr/>
        </p:nvSpPr>
        <p:spPr>
          <a:xfrm flipH="1">
            <a:off x="2442916" y="882650"/>
            <a:ext cx="11" cy="3382963"/>
          </a:xfrm>
          <a:prstGeom prst="line">
            <a:avLst/>
          </a:prstGeom>
          <a:ln>
            <a:solidFill>
              <a:srgbClr val="001400"/>
            </a:solidFill>
          </a:ln>
        </p:spPr>
        <p:txBody>
          <a:bodyPr lIns="45718" tIns="45718" rIns="45718" bIns="45718"/>
          <a:lstStyle/>
          <a:p>
            <a:pPr/>
          </a:p>
        </p:txBody>
      </p:sp>
      <p:sp>
        <p:nvSpPr>
          <p:cNvPr id="122" name="Straight Connector 11"/>
          <p:cNvSpPr/>
          <p:nvPr/>
        </p:nvSpPr>
        <p:spPr>
          <a:xfrm flipH="1">
            <a:off x="4576516" y="882650"/>
            <a:ext cx="12" cy="3382963"/>
          </a:xfrm>
          <a:prstGeom prst="line">
            <a:avLst/>
          </a:prstGeom>
          <a:ln>
            <a:solidFill>
              <a:srgbClr val="001400"/>
            </a:solidFill>
          </a:ln>
        </p:spPr>
        <p:txBody>
          <a:bodyPr lIns="45718" tIns="45718" rIns="45718" bIns="45718"/>
          <a:lstStyle/>
          <a:p>
            <a:pPr/>
          </a:p>
        </p:txBody>
      </p:sp>
      <p:sp>
        <p:nvSpPr>
          <p:cNvPr id="123" name="Straight Connector 12"/>
          <p:cNvSpPr/>
          <p:nvPr/>
        </p:nvSpPr>
        <p:spPr>
          <a:xfrm>
            <a:off x="6710115" y="882650"/>
            <a:ext cx="12" cy="3382963"/>
          </a:xfrm>
          <a:prstGeom prst="line">
            <a:avLst/>
          </a:prstGeom>
          <a:ln>
            <a:solidFill>
              <a:srgbClr val="001400"/>
            </a:solidFill>
          </a:ln>
        </p:spPr>
        <p:txBody>
          <a:bodyPr lIns="45718" tIns="45718" rIns="45718" bIns="45718"/>
          <a:lstStyle/>
          <a:p>
            <a:pPr/>
          </a:p>
        </p:txBody>
      </p:sp>
      <p:pic>
        <p:nvPicPr>
          <p:cNvPr id="124" name="Picture 9" descr="Picture 9"/>
          <p:cNvPicPr>
            <a:picLocks noChangeAspect="1"/>
          </p:cNvPicPr>
          <p:nvPr/>
        </p:nvPicPr>
        <p:blipFill>
          <a:blip r:embed="rId2">
            <a:extLst/>
          </a:blip>
          <a:stretch>
            <a:fillRect/>
          </a:stretch>
        </p:blipFill>
        <p:spPr>
          <a:xfrm rot="10800000">
            <a:off x="311150" y="4162738"/>
            <a:ext cx="8509000" cy="656290"/>
          </a:xfrm>
          <a:prstGeom prst="rect">
            <a:avLst/>
          </a:prstGeom>
          <a:ln w="12700">
            <a:miter lim="400000"/>
          </a:ln>
        </p:spPr>
      </p:pic>
      <p:pic>
        <p:nvPicPr>
          <p:cNvPr id="125" name="Picture 15" descr="Picture 15"/>
          <p:cNvPicPr>
            <a:picLocks noChangeAspect="1"/>
          </p:cNvPicPr>
          <p:nvPr/>
        </p:nvPicPr>
        <p:blipFill>
          <a:blip r:embed="rId3">
            <a:extLst/>
          </a:blip>
          <a:stretch>
            <a:fillRect/>
          </a:stretch>
        </p:blipFill>
        <p:spPr>
          <a:xfrm>
            <a:off x="8380810" y="4889501"/>
            <a:ext cx="130201" cy="146113"/>
          </a:xfrm>
          <a:prstGeom prst="rect">
            <a:avLst/>
          </a:prstGeom>
          <a:ln w="12700">
            <a:miter lim="400000"/>
          </a:ln>
        </p:spPr>
      </p:pic>
      <p:pic>
        <p:nvPicPr>
          <p:cNvPr id="126" name="Picture 16" descr="Picture 16"/>
          <p:cNvPicPr>
            <a:picLocks noChangeAspect="1"/>
          </p:cNvPicPr>
          <p:nvPr/>
        </p:nvPicPr>
        <p:blipFill>
          <a:blip r:embed="rId4">
            <a:extLst/>
          </a:blip>
          <a:stretch>
            <a:fillRect/>
          </a:stretch>
        </p:blipFill>
        <p:spPr>
          <a:xfrm>
            <a:off x="311150" y="4907419"/>
            <a:ext cx="923287" cy="109263"/>
          </a:xfrm>
          <a:prstGeom prst="rect">
            <a:avLst/>
          </a:prstGeom>
          <a:ln w="12700">
            <a:miter lim="400000"/>
          </a:ln>
        </p:spPr>
      </p:pic>
      <p:sp>
        <p:nvSpPr>
          <p:cNvPr id="127" name="Slide Number"/>
          <p:cNvSpPr txBox="1"/>
          <p:nvPr>
            <p:ph type="sldNum" sz="quarter" idx="2"/>
          </p:nvPr>
        </p:nvSpPr>
        <p:spPr>
          <a:xfrm>
            <a:off x="6279552" y="4635137"/>
            <a:ext cx="273652" cy="2642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134"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sp>
        <p:nvSpPr>
          <p:cNvPr id="135" name="TextBox 10"/>
          <p:cNvSpPr txBox="1"/>
          <p:nvPr/>
        </p:nvSpPr>
        <p:spPr>
          <a:xfrm>
            <a:off x="811850" y="4829164"/>
            <a:ext cx="73463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500">
                <a:solidFill>
                  <a:srgbClr val="808080"/>
                </a:solidFill>
              </a:defRPr>
            </a:lvl1pPr>
          </a:lstStyle>
          <a:p>
            <a:pPr/>
            <a:r>
              <a:t>© SAS SkillCorner. Registered in France No. 818 405 565. 5 Pass. de la Boule Blanche, 75012 Paris. All rights reserved.</a:t>
            </a:r>
          </a:p>
        </p:txBody>
      </p:sp>
      <p:pic>
        <p:nvPicPr>
          <p:cNvPr id="136" name="Picture 3" descr="Picture 3"/>
          <p:cNvPicPr>
            <a:picLocks noChangeAspect="1"/>
          </p:cNvPicPr>
          <p:nvPr/>
        </p:nvPicPr>
        <p:blipFill>
          <a:blip r:embed="rId2">
            <a:extLst/>
          </a:blip>
          <a:stretch>
            <a:fillRect/>
          </a:stretch>
        </p:blipFill>
        <p:spPr>
          <a:xfrm rot="10800000">
            <a:off x="311150" y="4162738"/>
            <a:ext cx="8509000" cy="656290"/>
          </a:xfrm>
          <a:prstGeom prst="rect">
            <a:avLst/>
          </a:prstGeom>
          <a:ln w="12700">
            <a:miter lim="400000"/>
          </a:ln>
        </p:spPr>
      </p:pic>
      <p:pic>
        <p:nvPicPr>
          <p:cNvPr id="137" name="Picture 5" descr="Picture 5"/>
          <p:cNvPicPr>
            <a:picLocks noChangeAspect="1"/>
          </p:cNvPicPr>
          <p:nvPr/>
        </p:nvPicPr>
        <p:blipFill>
          <a:blip r:embed="rId3">
            <a:extLst/>
          </a:blip>
          <a:stretch>
            <a:fillRect/>
          </a:stretch>
        </p:blipFill>
        <p:spPr>
          <a:xfrm>
            <a:off x="685800" y="1928322"/>
            <a:ext cx="7772400" cy="665099"/>
          </a:xfrm>
          <a:prstGeom prst="rect">
            <a:avLst/>
          </a:prstGeom>
          <a:ln w="12700">
            <a:miter lim="400000"/>
          </a:ln>
        </p:spPr>
      </p:pic>
      <p:sp>
        <p:nvSpPr>
          <p:cNvPr id="1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 Id="rId9" Type="http://schemas.openxmlformats.org/officeDocument/2006/relationships/slideLayout" Target="../slideLayouts/slideLayout5.xml"/><Relationship Id="rId10" Type="http://schemas.openxmlformats.org/officeDocument/2006/relationships/slideLayout" Target="../slideLayouts/slideLayout6.xml"/><Relationship Id="rId11" Type="http://schemas.openxmlformats.org/officeDocument/2006/relationships/slideLayout" Target="../slideLayouts/slideLayout7.xml"/><Relationship Id="rId12" Type="http://schemas.openxmlformats.org/officeDocument/2006/relationships/slideLayout" Target="../slideLayouts/slideLayout8.xml"/><Relationship Id="rId13" Type="http://schemas.openxmlformats.org/officeDocument/2006/relationships/slideLayout" Target="../slideLayouts/slideLayout9.xml"/><Relationship Id="rId1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pic>
        <p:nvPicPr>
          <p:cNvPr id="3" name="Picture 2" descr="Picture 2"/>
          <p:cNvPicPr>
            <a:picLocks noChangeAspect="1"/>
          </p:cNvPicPr>
          <p:nvPr/>
        </p:nvPicPr>
        <p:blipFill>
          <a:blip r:embed="rId2">
            <a:extLst/>
          </a:blip>
          <a:stretch>
            <a:fillRect/>
          </a:stretch>
        </p:blipFill>
        <p:spPr>
          <a:xfrm rot="10800000">
            <a:off x="311150" y="4193604"/>
            <a:ext cx="8509000" cy="656290"/>
          </a:xfrm>
          <a:prstGeom prst="rect">
            <a:avLst/>
          </a:prstGeom>
          <a:ln w="12700">
            <a:miter lim="400000"/>
          </a:ln>
        </p:spPr>
      </p:pic>
      <p:pic>
        <p:nvPicPr>
          <p:cNvPr id="4" name="Picture 12" descr="Picture 12"/>
          <p:cNvPicPr>
            <a:picLocks noChangeAspect="1"/>
          </p:cNvPicPr>
          <p:nvPr/>
        </p:nvPicPr>
        <p:blipFill>
          <a:blip r:embed="rId3">
            <a:extLst/>
          </a:blip>
          <a:stretch>
            <a:fillRect/>
          </a:stretch>
        </p:blipFill>
        <p:spPr>
          <a:xfrm>
            <a:off x="8378572" y="4633016"/>
            <a:ext cx="130201" cy="146113"/>
          </a:xfrm>
          <a:prstGeom prst="rect">
            <a:avLst/>
          </a:prstGeom>
          <a:ln w="12700">
            <a:miter lim="400000"/>
          </a:ln>
        </p:spPr>
      </p:pic>
      <p:pic>
        <p:nvPicPr>
          <p:cNvPr id="5" name="Picture 6" descr="Picture 6"/>
          <p:cNvPicPr>
            <a:picLocks noChangeAspect="1"/>
          </p:cNvPicPr>
          <p:nvPr/>
        </p:nvPicPr>
        <p:blipFill>
          <a:blip r:embed="rId4">
            <a:extLst/>
          </a:blip>
          <a:stretch>
            <a:fillRect/>
          </a:stretch>
        </p:blipFill>
        <p:spPr>
          <a:xfrm>
            <a:off x="310048" y="3770052"/>
            <a:ext cx="1745766" cy="206587"/>
          </a:xfrm>
          <a:prstGeom prst="rect">
            <a:avLst/>
          </a:prstGeom>
          <a:ln w="12700">
            <a:miter lim="400000"/>
          </a:ln>
        </p:spPr>
      </p:pic>
      <p:sp>
        <p:nvSpPr>
          <p:cNvPr id="6" name="Body Level One…"/>
          <p:cNvSpPr txBox="1"/>
          <p:nvPr>
            <p:ph type="body" idx="1" hasCustomPrompt="1"/>
          </p:nvPr>
        </p:nvSpPr>
        <p:spPr>
          <a:xfrm>
            <a:off x="310045" y="881062"/>
            <a:ext cx="8509004" cy="2544767"/>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p>
            <a:pPr/>
            <a:r>
              <a:t>DECK TITLE</a:t>
            </a:r>
          </a:p>
          <a:p>
            <a:pPr lvl="1"/>
            <a:r>
              <a:t/>
            </a:r>
          </a:p>
          <a:p>
            <a:pPr lvl="2"/>
            <a:r>
              <a:t/>
            </a:r>
          </a:p>
          <a:p>
            <a:pPr lvl="3"/>
            <a:r>
              <a:t/>
            </a:r>
          </a:p>
          <a:p>
            <a:pPr lvl="4"/>
            <a:r>
              <a:t/>
            </a:r>
          </a:p>
        </p:txBody>
      </p:sp>
      <p:sp>
        <p:nvSpPr>
          <p:cNvPr id="7" name="Title Text"/>
          <p:cNvSpPr txBox="1"/>
          <p:nvPr>
            <p:ph type="title"/>
          </p:nvPr>
        </p:nvSpPr>
        <p:spPr>
          <a:xfrm>
            <a:off x="685800" y="1597818"/>
            <a:ext cx="7772400" cy="11025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Title Text</a:t>
            </a:r>
          </a:p>
        </p:txBody>
      </p:sp>
      <p:sp>
        <p:nvSpPr>
          <p:cNvPr id="8" name="Slide Number"/>
          <p:cNvSpPr txBox="1"/>
          <p:nvPr>
            <p:ph type="sldNum" sz="quarter" idx="2"/>
          </p:nvPr>
        </p:nvSpPr>
        <p:spPr>
          <a:xfrm>
            <a:off x="6279552" y="4635137"/>
            <a:ext cx="273652" cy="264251"/>
          </a:xfrm>
          <a:prstGeom prst="rect">
            <a:avLst/>
          </a:prstGeom>
          <a:ln w="12700">
            <a:miter lim="400000"/>
          </a:ln>
        </p:spPr>
        <p:txBody>
          <a:bodyPr wrap="none" lIns="45718" tIns="45718" rIns="45718" bIns="45718" anchor="ctr">
            <a:spAutoFit/>
          </a:bodyPr>
          <a:lstStyle>
            <a:lvl1pPr algn="r">
              <a:defRPr sz="1200">
                <a:latin typeface="+mn-lt"/>
                <a:ea typeface="+mn-ea"/>
                <a:cs typeface="+mn-cs"/>
                <a:sym typeface="Aria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1pPr>
      <a:lvl2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2pPr>
      <a:lvl3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3pPr>
      <a:lvl4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4pPr>
      <a:lvl5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5pPr>
      <a:lvl6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6pPr>
      <a:lvl7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7pPr>
      <a:lvl8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8pPr>
      <a:lvl9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9pPr>
    </p:titleStyle>
    <p:bodyStyle>
      <a:lvl1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1pPr>
      <a:lvl2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2pPr>
      <a:lvl3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3pPr>
      <a:lvl4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4pPr>
      <a:lvl5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5pPr>
      <a:lvl6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6pPr>
      <a:lvl7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7pPr>
      <a:lvl8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8pPr>
      <a:lvl9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Text Placeholder 1"/>
          <p:cNvSpPr txBox="1"/>
          <p:nvPr>
            <p:ph type="subTitle" idx="1"/>
          </p:nvPr>
        </p:nvSpPr>
        <p:spPr>
          <a:xfrm>
            <a:off x="310046" y="881063"/>
            <a:ext cx="8509001" cy="2544762"/>
          </a:xfrm>
          <a:prstGeom prst="rect">
            <a:avLst/>
          </a:prstGeom>
        </p:spPr>
        <p:txBody>
          <a:bodyPr/>
          <a:lstStyle/>
          <a:p>
            <a:pPr algn="ctr">
              <a:defRPr>
                <a:latin typeface="SkillCorner Zen Dots"/>
                <a:ea typeface="SkillCorner Zen Dots"/>
                <a:cs typeface="SkillCorner Zen Dots"/>
                <a:sym typeface="SkillCorner Zen Dots"/>
              </a:defRPr>
            </a:pPr>
            <a:r>
              <a:t>Physical Benchmarking</a:t>
            </a:r>
          </a:p>
          <a:p>
            <a:pPr>
              <a:defRPr>
                <a:latin typeface="Shentox Medium"/>
                <a:ea typeface="Shentox Medium"/>
                <a:cs typeface="Shentox Medium"/>
                <a:sym typeface="Shentox Medium"/>
              </a:defRPr>
            </a:pPr>
          </a:p>
          <a:p>
            <a:pPr algn="ctr">
              <a:defRPr b="1" sz="1600">
                <a:solidFill>
                  <a:srgbClr val="00C800"/>
                </a:solidFill>
                <a:latin typeface="Shentox-SemiBold"/>
                <a:ea typeface="Shentox-SemiBold"/>
                <a:cs typeface="Shentox-SemiBold"/>
                <a:sym typeface="Shentox-SemiBold"/>
              </a:defRPr>
            </a:pPr>
            <a:r>
              <a:t>Private</a:t>
            </a:r>
            <a:r>
              <a:rPr b="0">
                <a:latin typeface="Shentox Medium"/>
                <a:ea typeface="Shentox Medium"/>
                <a:cs typeface="Shentox Medium"/>
                <a:sym typeface="Shentox Medium"/>
              </a:rPr>
              <a:t> and </a:t>
            </a:r>
            <a:r>
              <a:t>Confidential</a:t>
            </a:r>
          </a:p>
        </p:txBody>
      </p:sp>
      <p:sp>
        <p:nvSpPr>
          <p:cNvPr id="148" name="Text Placeholder 3"/>
          <p:cNvSpPr/>
          <p:nvPr>
            <p:ph type="body" idx="21"/>
          </p:nvPr>
        </p:nvSpPr>
        <p:spPr>
          <a:xfrm>
            <a:off x="323849" y="543640"/>
            <a:ext cx="8151815" cy="146113"/>
          </a:xfrm>
          <a:prstGeom prst="rect">
            <a:avLst/>
          </a:prstGeom>
          <a:extLst>
            <a:ext uri="{C572A759-6A51-4108-AA02-DFA0A04FC94B}">
              <ma14:wrappingTextBoxFlag xmlns:ma14="http://schemas.microsoft.com/office/mac/drawingml/2011/main" val="1"/>
            </a:ext>
          </a:extLst>
        </p:spPr>
        <p:txBody>
          <a:bodyPr/>
          <a:lstStyle>
            <a:lvl1pPr defTabSz="463874">
              <a:defRPr sz="1000">
                <a:latin typeface="Shentox Light"/>
                <a:ea typeface="Shentox Light"/>
                <a:cs typeface="Shentox Light"/>
                <a:sym typeface="Shentox Light"/>
              </a:defRPr>
            </a:lvl1pPr>
          </a:lstStyle>
          <a:p>
            <a:pPr/>
            <a:r>
              <a:t>30 March 2026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Text Placeholder 1"/>
          <p:cNvSpPr txBox="1"/>
          <p:nvPr>
            <p:ph type="body" sz="quarter" idx="1"/>
          </p:nvPr>
        </p:nvSpPr>
        <p:spPr>
          <a:xfrm>
            <a:off x="323850" y="454525"/>
            <a:ext cx="6724650" cy="825503"/>
          </a:xfrm>
          <a:prstGeom prst="rect">
            <a:avLst/>
          </a:prstGeom>
        </p:spPr>
        <p:txBody>
          <a:bodyPr anchor="t"/>
          <a:lstStyle>
            <a:lvl1pPr>
              <a:defRPr sz="1600">
                <a:latin typeface="Shentox SemiBold"/>
                <a:ea typeface="Shentox SemiBold"/>
                <a:cs typeface="Shentox SemiBold"/>
                <a:sym typeface="Shentox SemiBold"/>
              </a:defRPr>
            </a:lvl1pPr>
          </a:lstStyle>
          <a:p>
            <a:pPr/>
            <a:r>
              <a:t>Report Overview</a:t>
            </a:r>
          </a:p>
        </p:txBody>
      </p:sp>
      <p:sp>
        <p:nvSpPr>
          <p:cNvPr id="151" name="Text Placeholder 8"/>
          <p:cNvSpPr txBox="1"/>
          <p:nvPr/>
        </p:nvSpPr>
        <p:spPr>
          <a:xfrm>
            <a:off x="323848" y="1025565"/>
            <a:ext cx="8496304" cy="162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457200">
              <a:defRPr sz="1000">
                <a:solidFill>
                  <a:srgbClr val="071B39"/>
                </a:solidFill>
                <a:latin typeface="Shentox Regular"/>
                <a:ea typeface="Shentox Regular"/>
                <a:cs typeface="Shentox Regular"/>
                <a:sym typeface="Shentox Regular"/>
              </a:defRPr>
            </a:pPr>
            <a:r>
              <a:t>The SkillCorner AI platform has been used to provide objective physical data on the following players during season(s) </a:t>
            </a:r>
            <a:r>
              <a:rPr b="1">
                <a:latin typeface="Shentox-SemiBold"/>
                <a:ea typeface="Shentox-SemiBold"/>
                <a:cs typeface="Shentox-SemiBold"/>
                <a:sym typeface="Shentox-SemiBold"/>
              </a:rPr>
              <a:t>2025/2026</a:t>
            </a:r>
            <a:r>
              <a:t>:</a:t>
            </a:r>
            <a:br/>
          </a:p>
          <a:p>
            <a:pPr defTabSz="457200">
              <a:defRPr b="1" sz="1000">
                <a:solidFill>
                  <a:srgbClr val="071B39"/>
                </a:solidFill>
                <a:latin typeface="Shentox-SemiBold"/>
                <a:ea typeface="Shentox-SemiBold"/>
                <a:cs typeface="Shentox-SemiBold"/>
                <a:sym typeface="Shentox-SemiBold"/>
              </a:defRPr>
            </a:pPr>
            <a:r>
              <a:t>Alexia Putellas Segura (11 matches)</a:t>
            </a:r>
          </a:p>
          <a:p>
            <a:pPr defTabSz="457200">
              <a:defRPr sz="1000">
                <a:latin typeface="Shentox Regular"/>
                <a:ea typeface="Shentox Regular"/>
                <a:cs typeface="Shentox Regular"/>
                <a:sym typeface="Shentox Regular"/>
              </a:defRPr>
            </a:pPr>
          </a:p>
          <a:p>
            <a:pPr defTabSz="457200">
              <a:defRPr sz="1000">
                <a:solidFill>
                  <a:srgbClr val="071B39"/>
                </a:solidFill>
                <a:latin typeface="Shentox Regular"/>
                <a:ea typeface="Shentox Regular"/>
                <a:cs typeface="Shentox Regular"/>
                <a:sym typeface="Shentox Regular"/>
              </a:defRPr>
            </a:pPr>
            <a:r>
              <a:t>In addition, the following players have been included for benchmarking purposes:</a:t>
            </a:r>
          </a:p>
          <a:p>
            <a:pPr defTabSz="457200">
              <a:defRPr sz="1000">
                <a:latin typeface="Shentox Regular"/>
                <a:ea typeface="Shentox Regular"/>
                <a:cs typeface="Shentox Regular"/>
                <a:sym typeface="Shentox Regular"/>
              </a:defRPr>
            </a:pPr>
          </a:p>
          <a:p>
            <a:pPr defTabSz="457200">
              <a:defRPr b="1" sz="1000">
                <a:solidFill>
                  <a:srgbClr val="071B39"/>
                </a:solidFill>
                <a:latin typeface="Shentox-SemiBold"/>
                <a:ea typeface="Shentox-SemiBold"/>
                <a:cs typeface="Shentox-SemiBold"/>
                <a:sym typeface="Shentox-SemiBold"/>
              </a:defRPr>
            </a:pPr>
            <a:r>
              <a:t>Central Midfielders</a:t>
            </a:r>
            <a:r>
              <a:rPr b="0">
                <a:latin typeface="Shentox Regular"/>
                <a:ea typeface="Shentox Regular"/>
                <a:cs typeface="Shentox Regular"/>
                <a:sym typeface="Shentox Regular"/>
              </a:rPr>
              <a:t> playing in the </a:t>
            </a:r>
            <a:r>
              <a:t>ESP - Primera División Femenina - 2025/2026</a:t>
            </a:r>
            <a:r>
              <a:rPr b="0">
                <a:latin typeface="Shentox Regular"/>
                <a:ea typeface="Shentox Regular"/>
                <a:cs typeface="Shentox Regular"/>
                <a:sym typeface="Shentox Regular"/>
              </a:rPr>
              <a:t> (860 performances).</a:t>
            </a:r>
          </a:p>
          <a:p>
            <a:pPr defTabSz="457200">
              <a:defRPr sz="1000">
                <a:latin typeface="Shentox Regular"/>
                <a:ea typeface="Shentox Regular"/>
                <a:cs typeface="Shentox Regular"/>
                <a:sym typeface="Shentox Regular"/>
              </a:defRPr>
            </a:pPr>
          </a:p>
          <a:p>
            <a:pPr defTabSz="457200">
              <a:defRPr sz="1000">
                <a:solidFill>
                  <a:srgbClr val="071B39"/>
                </a:solidFill>
                <a:latin typeface="Shentox Regular"/>
                <a:ea typeface="Shentox Regular"/>
                <a:cs typeface="Shentox Regular"/>
                <a:sym typeface="Shentox Regular"/>
              </a:defRPr>
            </a:pPr>
            <a:r>
              <a:t>As well as all </a:t>
            </a:r>
            <a:r>
              <a:rPr b="1">
                <a:latin typeface="Shentox-SemiBold"/>
                <a:ea typeface="Shentox-SemiBold"/>
                <a:cs typeface="Shentox-SemiBold"/>
                <a:sym typeface="Shentox-SemiBold"/>
              </a:rPr>
              <a:t>Central Midfielders </a:t>
            </a:r>
            <a:r>
              <a:t>from the </a:t>
            </a:r>
            <a:r>
              <a:rPr b="1">
                <a:latin typeface="Shentox-SemiBold"/>
                <a:ea typeface="Shentox-SemiBold"/>
                <a:cs typeface="Shentox-SemiBold"/>
                <a:sym typeface="Shentox-SemiBold"/>
              </a:rPr>
              <a:t>ESP - Primera División Femenina - 2025/2026</a:t>
            </a:r>
            <a:r>
              <a:t> on pages 4 to 8. Only performances of 10 matches over 60 minutes in the Central Midfielder position have been included.</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Text Placeholder 1"/>
          <p:cNvSpPr txBox="1"/>
          <p:nvPr>
            <p:ph type="body" sz="quarter" idx="1"/>
          </p:nvPr>
        </p:nvSpPr>
        <p:spPr>
          <a:xfrm>
            <a:off x="323850" y="454525"/>
            <a:ext cx="6724650" cy="825503"/>
          </a:xfrm>
          <a:prstGeom prst="rect">
            <a:avLst/>
          </a:prstGeom>
        </p:spPr>
        <p:txBody>
          <a:bodyPr anchor="t"/>
          <a:lstStyle>
            <a:lvl1pPr>
              <a:defRPr sz="1700">
                <a:latin typeface="Shentox SemiBold"/>
                <a:ea typeface="Shentox SemiBold"/>
                <a:cs typeface="Shentox SemiBold"/>
                <a:sym typeface="Shentox SemiBold"/>
              </a:defRPr>
            </a:lvl1pPr>
          </a:lstStyle>
          <a:p>
            <a:pPr/>
            <a:r>
              <a:t>Physical Data Context</a:t>
            </a:r>
          </a:p>
        </p:txBody>
      </p:sp>
      <p:sp>
        <p:nvSpPr>
          <p:cNvPr id="154" name="Text Placeholder 8"/>
          <p:cNvSpPr txBox="1"/>
          <p:nvPr/>
        </p:nvSpPr>
        <p:spPr>
          <a:xfrm>
            <a:off x="320039" y="998911"/>
            <a:ext cx="8496301" cy="207264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900">
                <a:solidFill>
                  <a:srgbClr val="001400"/>
                </a:solidFill>
                <a:latin typeface="Shentox Regular"/>
                <a:ea typeface="Shentox Regular"/>
                <a:cs typeface="Shentox Regular"/>
                <a:sym typeface="Shentox Regular"/>
              </a:defRPr>
            </a:pPr>
            <a:r>
              <a:t>The physical data in this comparison study is reported in isolation, however we acknowledge that the highly tactical and dynamic nature of Football means that physical output should not generally be considered in isolation. It is also a function of playing style, tactics, formations, transitions, set pieces and in-possession and out-of-possession strategies.</a:t>
            </a:r>
          </a:p>
          <a:p>
            <a:pPr>
              <a:defRPr sz="900">
                <a:solidFill>
                  <a:srgbClr val="001400"/>
                </a:solidFill>
                <a:latin typeface="Shentox Regular"/>
                <a:ea typeface="Shentox Regular"/>
                <a:cs typeface="Shentox Regular"/>
                <a:sym typeface="Shentox Regular"/>
              </a:defRPr>
            </a:pPr>
          </a:p>
          <a:p>
            <a:pPr>
              <a:defRPr sz="900">
                <a:solidFill>
                  <a:srgbClr val="001400"/>
                </a:solidFill>
                <a:latin typeface="Shentox Regular"/>
                <a:ea typeface="Shentox Regular"/>
                <a:cs typeface="Shentox Regular"/>
                <a:sym typeface="Shentox Regular"/>
              </a:defRPr>
            </a:pPr>
            <a:r>
              <a:t>The influence of other factors means there is a high level of variability in match-to-match performances as documented through scientific research by Gregson et al. (2010) and Carling et al. (2016). Therefore data should be viewed longitudinally to understand the physical capability of players.</a:t>
            </a:r>
          </a:p>
          <a:p>
            <a:pPr>
              <a:defRPr sz="900">
                <a:solidFill>
                  <a:srgbClr val="001400"/>
                </a:solidFill>
                <a:latin typeface="Shentox Regular"/>
                <a:ea typeface="Shentox Regular"/>
                <a:cs typeface="Shentox Regular"/>
                <a:sym typeface="Shentox Regular"/>
              </a:defRPr>
            </a:pPr>
          </a:p>
          <a:p>
            <a:pPr>
              <a:defRPr sz="900">
                <a:solidFill>
                  <a:srgbClr val="001400"/>
                </a:solidFill>
                <a:latin typeface="Shentox Regular"/>
                <a:ea typeface="Shentox Regular"/>
                <a:cs typeface="Shentox Regular"/>
                <a:sym typeface="Shentox Regular"/>
              </a:defRPr>
            </a:pPr>
            <a:r>
              <a:t>We are providing this data as a framework to support player profiling but understand that the physical data needs to be reviewed alongside technical and tactical data to fully understand and evaluate performance.</a:t>
            </a:r>
          </a:p>
          <a:p>
            <a:pPr>
              <a:defRPr sz="900">
                <a:solidFill>
                  <a:srgbClr val="071B39"/>
                </a:solidFill>
                <a:latin typeface="Shentox Regular"/>
                <a:ea typeface="Shentox Regular"/>
                <a:cs typeface="Shentox Regular"/>
                <a:sym typeface="Shentox Regular"/>
              </a:defRPr>
            </a:pPr>
          </a:p>
          <a:p>
            <a:pPr>
              <a:defRPr sz="900">
                <a:solidFill>
                  <a:srgbClr val="D6D6D6"/>
                </a:solidFill>
                <a:latin typeface="Shentox Regular"/>
                <a:ea typeface="Shentox Regular"/>
                <a:cs typeface="Shentox Regular"/>
                <a:sym typeface="Shentox Regular"/>
              </a:defRPr>
            </a:pPr>
            <a:r>
              <a:t>Gregson W. ,Drust, B., Atkinson, G., Di Salvo, V. (2010). Match-to-Match Variability of High-Speed Activities in Premier League Soccer. International Journal of Sports Medicine, 31 (4). pp. 237-242</a:t>
            </a:r>
          </a:p>
          <a:p>
            <a:pPr>
              <a:defRPr sz="900">
                <a:solidFill>
                  <a:srgbClr val="D6D6D6"/>
                </a:solidFill>
                <a:latin typeface="Shentox Regular"/>
                <a:ea typeface="Shentox Regular"/>
                <a:cs typeface="Shentox Regular"/>
                <a:sym typeface="Shentox Regular"/>
              </a:defRPr>
            </a:pPr>
          </a:p>
          <a:p>
            <a:pPr>
              <a:defRPr sz="900">
                <a:solidFill>
                  <a:srgbClr val="D6D6D6"/>
                </a:solidFill>
                <a:latin typeface="Shentox Regular"/>
                <a:ea typeface="Shentox Regular"/>
                <a:cs typeface="Shentox Regular"/>
                <a:sym typeface="Shentox Regular"/>
              </a:defRPr>
            </a:pPr>
            <a:r>
              <a:t>Carling, C, Bradley, P., McCall, A and Dupont, G (2016). Match-to-Match Variability in High-Speed Running Activity in a Professional Soccer Team. Journal of Sports Sciences, 34 (24). pp. 2215-2223.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Text Placeholder 3"/>
          <p:cNvSpPr txBox="1"/>
          <p:nvPr/>
        </p:nvSpPr>
        <p:spPr>
          <a:xfrm>
            <a:off x="323849" y="911959"/>
            <a:ext cx="8496302" cy="38150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20000"/>
              </a:lnSpc>
              <a:defRPr b="1" sz="800">
                <a:latin typeface="Shentox-SemiBold"/>
                <a:ea typeface="Shentox-SemiBold"/>
                <a:cs typeface="Shentox-SemiBold"/>
                <a:sym typeface="Shentox-SemiBold"/>
              </a:defRPr>
            </a:pPr>
            <a:r>
              <a:t>Total Distance: </a:t>
            </a:r>
            <a:r>
              <a:rPr b="0">
                <a:latin typeface="Shentox Regular"/>
                <a:ea typeface="Shentox Regular"/>
                <a:cs typeface="Shentox Regular"/>
                <a:sym typeface="Shentox Regular"/>
              </a:rPr>
              <a:t>Total distance covered.</a:t>
            </a:r>
            <a:br>
              <a:rPr b="0">
                <a:latin typeface="Shentox Regular"/>
                <a:ea typeface="Shentox Regular"/>
                <a:cs typeface="Shentox Regular"/>
                <a:sym typeface="Shentox Regular"/>
              </a:rPr>
            </a:br>
            <a:r>
              <a:t>M/min: </a:t>
            </a:r>
            <a:r>
              <a:rPr b="0">
                <a:latin typeface="Shentox Regular"/>
                <a:ea typeface="Shentox Regular"/>
                <a:cs typeface="Shentox Regular"/>
                <a:sym typeface="Shentox Regular"/>
              </a:rPr>
              <a:t>Total distance covered divided per number of minutes. For TIP (resp OTIP), it's divided per number of minutes TIP (resp OTIP).</a:t>
            </a:r>
            <a:br>
              <a:rPr b="0">
                <a:latin typeface="Shentox Regular"/>
                <a:ea typeface="Shentox Regular"/>
                <a:cs typeface="Shentox Regular"/>
                <a:sym typeface="Shentox Regular"/>
              </a:rPr>
            </a:br>
            <a:r>
              <a:t>Running Distance: </a:t>
            </a:r>
            <a:r>
              <a:rPr b="0">
                <a:latin typeface="Shentox Regular"/>
                <a:ea typeface="Shentox Regular"/>
                <a:cs typeface="Shentox Regular"/>
                <a:sym typeface="Shentox Regular"/>
              </a:rPr>
              <a:t>Distance covered between 15km/h and 20km/h.</a:t>
            </a:r>
            <a:br>
              <a:rPr b="0">
                <a:latin typeface="Shentox Regular"/>
                <a:ea typeface="Shentox Regular"/>
                <a:cs typeface="Shentox Regular"/>
                <a:sym typeface="Shentox Regular"/>
              </a:rPr>
            </a:br>
            <a:r>
              <a:t>High Speed Running (HSR) Distance: </a:t>
            </a:r>
            <a:r>
              <a:rPr b="0">
                <a:latin typeface="Shentox Regular"/>
                <a:ea typeface="Shentox Regular"/>
                <a:cs typeface="Shentox Regular"/>
                <a:sym typeface="Shentox Regular"/>
              </a:rPr>
              <a:t>Distance covered between 20 and 25 km/h.</a:t>
            </a:r>
            <a:br>
              <a:rPr b="0">
                <a:latin typeface="Shentox Regular"/>
                <a:ea typeface="Shentox Regular"/>
                <a:cs typeface="Shentox Regular"/>
                <a:sym typeface="Shentox Regular"/>
              </a:rPr>
            </a:br>
            <a:r>
              <a:t>Sprinting Distance: </a:t>
            </a:r>
            <a:r>
              <a:rPr b="0">
                <a:latin typeface="Shentox Regular"/>
                <a:ea typeface="Shentox Regular"/>
                <a:cs typeface="Shentox Regular"/>
                <a:sym typeface="Shentox Regular"/>
              </a:rPr>
              <a:t>Distance covered above 25 km/h.</a:t>
            </a:r>
            <a:br>
              <a:rPr b="0">
                <a:latin typeface="Shentox Regular"/>
                <a:ea typeface="Shentox Regular"/>
                <a:cs typeface="Shentox Regular"/>
                <a:sym typeface="Shentox Regular"/>
              </a:rPr>
            </a:br>
            <a:r>
              <a:t>High Intensity (HI) Running Distance: </a:t>
            </a:r>
            <a:r>
              <a:rPr b="0">
                <a:latin typeface="Shentox Regular"/>
                <a:ea typeface="Shentox Regular"/>
                <a:cs typeface="Shentox Regular"/>
                <a:sym typeface="Shentox Regular"/>
              </a:rPr>
              <a:t>Distance covered above 20 km/h.</a:t>
            </a:r>
            <a:br>
              <a:rPr b="0">
                <a:latin typeface="Shentox Regular"/>
                <a:ea typeface="Shentox Regular"/>
                <a:cs typeface="Shentox Regular"/>
                <a:sym typeface="Shentox Regular"/>
              </a:rPr>
            </a:br>
            <a:r>
              <a:t>Number Of High Speed Runs: </a:t>
            </a:r>
            <a:r>
              <a:rPr b="0">
                <a:latin typeface="Shentox Regular"/>
                <a:ea typeface="Shentox Regular"/>
                <a:cs typeface="Shentox Regular"/>
                <a:sym typeface="Shentox Regular"/>
              </a:rPr>
              <a:t>Discrete activity between 20 and 25 hm/h. The activity needs to last for at least 0.7s.</a:t>
            </a:r>
            <a:br>
              <a:rPr b="0">
                <a:latin typeface="Shentox Regular"/>
                <a:ea typeface="Shentox Regular"/>
                <a:cs typeface="Shentox Regular"/>
                <a:sym typeface="Shentox Regular"/>
              </a:rPr>
            </a:br>
            <a:r>
              <a:t>Number Of Sprints: </a:t>
            </a:r>
            <a:r>
              <a:rPr b="0">
                <a:latin typeface="Shentox Regular"/>
                <a:ea typeface="Shentox Regular"/>
                <a:cs typeface="Shentox Regular"/>
                <a:sym typeface="Shentox Regular"/>
              </a:rPr>
              <a:t>Discrete activity exceeding 25 km/h. The activity needs to last for at least 0.7s.</a:t>
            </a:r>
            <a:br>
              <a:rPr b="0">
                <a:latin typeface="Shentox Regular"/>
                <a:ea typeface="Shentox Regular"/>
                <a:cs typeface="Shentox Regular"/>
                <a:sym typeface="Shentox Regular"/>
              </a:rPr>
            </a:br>
            <a:r>
              <a:t>Number Of High Intensity Actions: </a:t>
            </a:r>
            <a:r>
              <a:rPr b="0">
                <a:latin typeface="Shentox Regular"/>
                <a:ea typeface="Shentox Regular"/>
                <a:cs typeface="Shentox Regular"/>
                <a:sym typeface="Shentox Regular"/>
              </a:rPr>
              <a:t>Discrete activity exceeding 20 km/h. The activity needs to last for at least 0.7s.</a:t>
            </a:r>
          </a:p>
          <a:p>
            <a:pPr>
              <a:lnSpc>
                <a:spcPct val="120000"/>
              </a:lnSpc>
              <a:defRPr b="1" sz="800">
                <a:latin typeface="Shentox-SemiBold"/>
                <a:ea typeface="Shentox-SemiBold"/>
                <a:cs typeface="Shentox-SemiBold"/>
                <a:sym typeface="Shentox-SemiBold"/>
              </a:defRPr>
            </a:pPr>
            <a:r>
              <a:t>Distance Per Sprint: </a:t>
            </a:r>
            <a:r>
              <a:rPr b="0">
                <a:latin typeface="Shentox Regular"/>
                <a:ea typeface="Shentox Regular"/>
                <a:cs typeface="Shentox Regular"/>
                <a:sym typeface="Shentox Regular"/>
              </a:rPr>
              <a:t>Sprinting distance divided by number of sprints.</a:t>
            </a:r>
            <a:br>
              <a:rPr b="0">
                <a:latin typeface="Shentox Regular"/>
                <a:ea typeface="Shentox Regular"/>
                <a:cs typeface="Shentox Regular"/>
                <a:sym typeface="Shentox Regular"/>
              </a:rPr>
            </a:br>
            <a:r>
              <a:t>Number Of Medium Accelerations:  </a:t>
            </a:r>
            <a:r>
              <a:rPr b="0">
                <a:latin typeface="Shentox Regular"/>
                <a:ea typeface="Shentox Regular"/>
                <a:cs typeface="Shentox Regular"/>
                <a:sym typeface="Shentox Regular"/>
              </a:rPr>
              <a:t>Discrete activity between 1.5 m/s² and 3 m/s². The activity needs to last for at least 0.7s.</a:t>
            </a:r>
            <a:br>
              <a:rPr b="0">
                <a:latin typeface="Shentox Regular"/>
                <a:ea typeface="Shentox Regular"/>
                <a:cs typeface="Shentox Regular"/>
                <a:sym typeface="Shentox Regular"/>
              </a:rPr>
            </a:br>
            <a:r>
              <a:t>Number Of High Accelerations:  </a:t>
            </a:r>
            <a:r>
              <a:rPr b="0">
                <a:latin typeface="Shentox Regular"/>
                <a:ea typeface="Shentox Regular"/>
                <a:cs typeface="Shentox Regular"/>
                <a:sym typeface="Shentox Regular"/>
              </a:rPr>
              <a:t>Discrete activity exceeding 3 m/s². The activity needs to last for at least 0.7s.</a:t>
            </a:r>
            <a:br>
              <a:rPr b="0">
                <a:latin typeface="Shentox Regular"/>
                <a:ea typeface="Shentox Regular"/>
                <a:cs typeface="Shentox Regular"/>
                <a:sym typeface="Shentox Regular"/>
              </a:rPr>
            </a:br>
            <a:r>
              <a:t>Number Of Medium Decelerations:  </a:t>
            </a:r>
            <a:r>
              <a:rPr b="0">
                <a:latin typeface="Shentox Regular"/>
                <a:ea typeface="Shentox Regular"/>
                <a:cs typeface="Shentox Regular"/>
                <a:sym typeface="Shentox Regular"/>
              </a:rPr>
              <a:t>Discrete activity between -1.5 m/s² and -3 m/s². The activity needs to last for at least 0.7s.</a:t>
            </a:r>
            <a:br>
              <a:rPr b="0">
                <a:latin typeface="Shentox Regular"/>
                <a:ea typeface="Shentox Regular"/>
                <a:cs typeface="Shentox Regular"/>
                <a:sym typeface="Shentox Regular"/>
              </a:rPr>
            </a:br>
            <a:r>
              <a:t>Number Of High Decelerations:  </a:t>
            </a:r>
            <a:r>
              <a:rPr b="0">
                <a:latin typeface="Shentox Regular"/>
                <a:ea typeface="Shentox Regular"/>
                <a:cs typeface="Shentox Regular"/>
                <a:sym typeface="Shentox Regular"/>
              </a:rPr>
              <a:t>Discrete activity under -3 m/s². The activity needs to last for at least 0.7s.</a:t>
            </a:r>
            <a:endParaRPr b="0">
              <a:latin typeface="Shentox Regular"/>
              <a:ea typeface="Shentox Regular"/>
              <a:cs typeface="Shentox Regular"/>
              <a:sym typeface="Shentox Regular"/>
            </a:endParaRPr>
          </a:p>
          <a:p>
            <a:pPr>
              <a:lnSpc>
                <a:spcPct val="120000"/>
              </a:lnSpc>
              <a:defRPr b="1" sz="800">
                <a:latin typeface="Shentox-SemiBold"/>
                <a:ea typeface="Shentox-SemiBold"/>
                <a:cs typeface="Shentox-SemiBold"/>
                <a:sym typeface="Shentox-SemiBold"/>
              </a:defRPr>
            </a:pPr>
            <a:r>
              <a:rPr b="0">
                <a:latin typeface="Shentox SemiBold"/>
                <a:ea typeface="Shentox SemiBold"/>
                <a:cs typeface="Shentox SemiBold"/>
                <a:sym typeface="Shentox SemiBold"/>
              </a:rPr>
              <a:t>Count Explosive Accelerations to Sprint</a:t>
            </a:r>
            <a:r>
              <a:t>:  </a:t>
            </a:r>
            <a:r>
              <a:rPr b="0">
                <a:latin typeface="Shentox Regular"/>
                <a:ea typeface="Shentox Regular"/>
                <a:cs typeface="Shentox Regular"/>
                <a:sym typeface="Shentox Regular"/>
              </a:rPr>
              <a:t>Count of High Accelerations (see definition above) starting from a speed below 9km/h when achieving an Explosive Acceleration to Sprint during a performance.</a:t>
            </a:r>
            <a:endParaRPr b="0">
              <a:latin typeface="Shentox Regular"/>
              <a:ea typeface="Shentox Regular"/>
              <a:cs typeface="Shentox Regular"/>
              <a:sym typeface="Shentox Regular"/>
            </a:endParaRPr>
          </a:p>
          <a:p>
            <a:pPr>
              <a:lnSpc>
                <a:spcPct val="120000"/>
              </a:lnSpc>
              <a:defRPr b="1" sz="800">
                <a:latin typeface="Shentox-SemiBold"/>
                <a:ea typeface="Shentox-SemiBold"/>
                <a:cs typeface="Shentox-SemiBold"/>
                <a:sym typeface="Shentox-SemiBold"/>
              </a:defRPr>
            </a:pPr>
            <a:r>
              <a:rPr b="0">
                <a:latin typeface="Shentox SemiBold"/>
                <a:ea typeface="Shentox SemiBold"/>
                <a:cs typeface="Shentox SemiBold"/>
                <a:sym typeface="Shentox SemiBold"/>
              </a:rPr>
              <a:t>Time to Sprint:</a:t>
            </a:r>
            <a:r>
              <a:rPr b="0">
                <a:latin typeface="Shentox Regular"/>
                <a:ea typeface="Shentox Regular"/>
                <a:cs typeface="Shentox Regular"/>
                <a:sym typeface="Shentox Regular"/>
              </a:rPr>
              <a:t> The minimum time spent between 9 km/h and 25 km/h when achieving an Explosive Acceleration to Sprint during a performance.</a:t>
            </a:r>
            <a:endParaRPr b="0">
              <a:latin typeface="Shentox Regular"/>
              <a:ea typeface="Shentox Regular"/>
              <a:cs typeface="Shentox Regular"/>
              <a:sym typeface="Shentox Regular"/>
            </a:endParaRPr>
          </a:p>
          <a:p>
            <a:pPr>
              <a:lnSpc>
                <a:spcPct val="120000"/>
              </a:lnSpc>
              <a:defRPr b="1" sz="800">
                <a:latin typeface="Shentox-SemiBold"/>
                <a:ea typeface="Shentox-SemiBold"/>
                <a:cs typeface="Shentox-SemiBold"/>
                <a:sym typeface="Shentox-SemiBold"/>
              </a:defRPr>
            </a:pPr>
            <a:r>
              <a:rPr b="0">
                <a:latin typeface="Shentox SemiBold"/>
                <a:ea typeface="Shentox SemiBold"/>
                <a:cs typeface="Shentox SemiBold"/>
                <a:sym typeface="Shentox SemiBold"/>
              </a:rPr>
              <a:t>Top 3 Time to Sprint:</a:t>
            </a:r>
            <a:r>
              <a:rPr b="0">
                <a:latin typeface="Shentox Regular"/>
                <a:ea typeface="Shentox Regular"/>
                <a:cs typeface="Shentox Regular"/>
                <a:sym typeface="Shentox Regular"/>
              </a:rPr>
              <a:t> When averaging performances, provides the average of the 3 best Time to Sprint performances. Note that this metric is provided only if the player has 3 performances with a Time to Sprint.</a:t>
            </a:r>
            <a:br>
              <a:rPr b="0">
                <a:latin typeface="Shentox Regular"/>
                <a:ea typeface="Shentox Regular"/>
                <a:cs typeface="Shentox Regular"/>
                <a:sym typeface="Shentox Regular"/>
              </a:rPr>
            </a:br>
            <a:r>
              <a:t>PSV-99: </a:t>
            </a:r>
            <a:r>
              <a:rPr b="0">
                <a:latin typeface="Shentox Regular"/>
                <a:ea typeface="Shentox Regular"/>
                <a:cs typeface="Shentox Regular"/>
                <a:sym typeface="Shentox Regular"/>
              </a:rPr>
              <a:t>Peak sprint velocity 99th percentile. This metric reflects the peak speed of a player and its ability to reach it multiple times or sustain it long enough.</a:t>
            </a:r>
          </a:p>
          <a:p>
            <a:pPr>
              <a:lnSpc>
                <a:spcPct val="120000"/>
              </a:lnSpc>
              <a:defRPr b="1" sz="800">
                <a:latin typeface="Shentox-SemiBold"/>
                <a:ea typeface="Shentox-SemiBold"/>
                <a:cs typeface="Shentox-SemiBold"/>
                <a:sym typeface="Shentox-SemiBold"/>
              </a:defRPr>
            </a:pPr>
            <a:r>
              <a:t>Top 5 PSV-99: </a:t>
            </a:r>
            <a:r>
              <a:rPr b="0">
                <a:latin typeface="Shentox Regular"/>
                <a:ea typeface="Shentox Regular"/>
                <a:cs typeface="Shentox Regular"/>
                <a:sym typeface="Shentox Regular"/>
              </a:rPr>
              <a:t>When averaged by player only. Best 5 PSV-99 performances by player.</a:t>
            </a:r>
          </a:p>
          <a:p>
            <a:pPr>
              <a:lnSpc>
                <a:spcPct val="120000"/>
              </a:lnSpc>
              <a:defRPr b="1" sz="800">
                <a:latin typeface="Shentox-SemiBold"/>
                <a:ea typeface="Shentox-SemiBold"/>
                <a:cs typeface="Shentox-SemiBold"/>
                <a:sym typeface="Shentox-SemiBold"/>
              </a:defRPr>
            </a:pPr>
            <a:r>
              <a:t>TIP: </a:t>
            </a:r>
            <a:r>
              <a:rPr b="0">
                <a:latin typeface="Shentox Regular"/>
                <a:ea typeface="Shentox Regular"/>
                <a:cs typeface="Shentox Regular"/>
                <a:sym typeface="Shentox Regular"/>
              </a:rPr>
              <a:t>Team in Possession </a:t>
            </a:r>
            <a:br>
              <a:rPr b="0">
                <a:latin typeface="Shentox Regular"/>
                <a:ea typeface="Shentox Regular"/>
                <a:cs typeface="Shentox Regular"/>
                <a:sym typeface="Shentox Regular"/>
              </a:rPr>
            </a:br>
            <a:r>
              <a:t>OTIP: </a:t>
            </a:r>
            <a:r>
              <a:rPr b="0">
                <a:latin typeface="Shentox Regular"/>
                <a:ea typeface="Shentox Regular"/>
                <a:cs typeface="Shentox Regular"/>
                <a:sym typeface="Shentox Regular"/>
              </a:rPr>
              <a:t>Opponent Team In Possession </a:t>
            </a:r>
          </a:p>
          <a:p>
            <a:pPr>
              <a:lnSpc>
                <a:spcPct val="120000"/>
              </a:lnSpc>
              <a:defRPr b="1" sz="800">
                <a:latin typeface="Shentox-SemiBold"/>
                <a:ea typeface="Shentox-SemiBold"/>
                <a:cs typeface="Shentox-SemiBold"/>
                <a:sym typeface="Shentox-SemiBold"/>
              </a:defRPr>
            </a:pPr>
            <a:r>
              <a:t>BIP: </a:t>
            </a:r>
            <a:r>
              <a:rPr b="0">
                <a:latin typeface="Shentox Regular"/>
                <a:ea typeface="Shentox Regular"/>
                <a:cs typeface="Shentox Regular"/>
                <a:sym typeface="Shentox Regular"/>
              </a:rPr>
              <a:t>Ball in Play. The sum of TIP &amp; OTIP</a:t>
            </a:r>
          </a:p>
          <a:p>
            <a:pPr>
              <a:lnSpc>
                <a:spcPct val="120000"/>
              </a:lnSpc>
              <a:defRPr b="1" sz="800">
                <a:latin typeface="Shentox-SemiBold"/>
                <a:ea typeface="Shentox-SemiBold"/>
                <a:cs typeface="Shentox-SemiBold"/>
                <a:sym typeface="Shentox-SemiBold"/>
              </a:defRPr>
            </a:pPr>
            <a:r>
              <a:t>P90:</a:t>
            </a:r>
            <a:r>
              <a:rPr b="0">
                <a:latin typeface="Shentox Regular"/>
                <a:ea typeface="Shentox Regular"/>
                <a:cs typeface="Shentox Regular"/>
                <a:sym typeface="Shentox Regular"/>
              </a:rPr>
              <a:t> Per 90 minutes</a:t>
            </a:r>
          </a:p>
          <a:p>
            <a:pPr>
              <a:lnSpc>
                <a:spcPct val="120000"/>
              </a:lnSpc>
              <a:defRPr b="1" sz="800">
                <a:latin typeface="Shentox-SemiBold"/>
                <a:ea typeface="Shentox-SemiBold"/>
                <a:cs typeface="Shentox-SemiBold"/>
                <a:sym typeface="Shentox-SemiBold"/>
              </a:defRPr>
            </a:pPr>
            <a:r>
              <a:t>P60 BIP:</a:t>
            </a:r>
            <a:r>
              <a:rPr b="0">
                <a:latin typeface="Shentox Regular"/>
                <a:ea typeface="Shentox Regular"/>
                <a:cs typeface="Shentox Regular"/>
                <a:sym typeface="Shentox Regular"/>
              </a:rPr>
              <a:t> Per 60 BIP minutes</a:t>
            </a:r>
          </a:p>
        </p:txBody>
      </p:sp>
      <p:sp>
        <p:nvSpPr>
          <p:cNvPr id="157" name="Text Placeholder 1"/>
          <p:cNvSpPr txBox="1"/>
          <p:nvPr>
            <p:ph type="body" sz="quarter" idx="1"/>
          </p:nvPr>
        </p:nvSpPr>
        <p:spPr>
          <a:xfrm>
            <a:off x="323850" y="454525"/>
            <a:ext cx="6724650" cy="825503"/>
          </a:xfrm>
          <a:prstGeom prst="rect">
            <a:avLst/>
          </a:prstGeom>
        </p:spPr>
        <p:txBody>
          <a:bodyPr anchor="t"/>
          <a:lstStyle>
            <a:lvl1pPr>
              <a:defRPr sz="1600">
                <a:latin typeface="Shentox SemiBold"/>
                <a:ea typeface="Shentox SemiBold"/>
                <a:cs typeface="Shentox SemiBold"/>
                <a:sym typeface="Shentox SemiBold"/>
              </a:defRPr>
            </a:lvl1pPr>
          </a:lstStyle>
          <a:p>
            <a:pPr/>
            <a:r>
              <a:t>Glossary</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0" name="Picture 159" descr="Volume.png"/>
          <p:cNvPicPr>
            <a:picLocks noChangeAspect="1"/>
          </p:cNvPicPr>
          <p:nvPr/>
        </p:nvPicPr>
        <p:blipFill>
          <a:blip r:embed="rId3"/>
          <a:stretch>
            <a:fillRect/>
          </a:stretch>
        </p:blipFill>
        <p:spPr>
          <a:xfrm>
            <a:off x="100584" y="640080"/>
            <a:ext cx="8951976" cy="4475988"/>
          </a:xfrm>
          <a:prstGeom prst="rect">
            <a:avLst/>
          </a:prstGeom>
        </p:spPr>
      </p:pic>
      <p:sp>
        <p:nvSpPr>
          <p:cNvPr id="159"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Volume </a:t>
            </a:r>
          </a:p>
          <a:p>
            <a:pPr>
              <a:defRPr>
                <a:latin typeface="Shentox SemiBold"/>
                <a:ea typeface="Shentox SemiBold"/>
                <a:cs typeface="Shentox SemiBold"/>
                <a:sym typeface="Shentox SemiBold"/>
              </a:defRPr>
            </a:pPr>
            <a:r>
              <a:t>Total Distance:</a:t>
            </a:r>
            <a:r>
              <a:rPr>
                <a:latin typeface="Shentox Regular Italic"/>
                <a:ea typeface="Shentox Regular Italic"/>
                <a:cs typeface="Shentox Regular Italic"/>
                <a:sym typeface="Shentox Regular Italic"/>
              </a:rPr>
              <a:t> </a:t>
            </a:r>
            <a:r>
              <a:rPr i="0">
                <a:latin typeface="Shentox Light"/>
                <a:ea typeface="Shentox Light"/>
                <a:cs typeface="Shentox Light"/>
                <a:sym typeface="Shentox Light"/>
              </a:rPr>
              <a:t>Total distance covered</a:t>
            </a:r>
            <a:r>
              <a:rPr i="0">
                <a:latin typeface="Shentox Regular"/>
                <a:ea typeface="Shentox Regular"/>
                <a:cs typeface="Shentox Regular"/>
                <a:sym typeface="Shentox Regular"/>
              </a:rPr>
              <a:t>.</a:t>
            </a:r>
            <a:endParaRPr i="0">
              <a:latin typeface="Shentox Regular"/>
              <a:ea typeface="Shentox Regular"/>
              <a:cs typeface="Shentox Regular"/>
              <a:sym typeface="Shentox Regular"/>
            </a:endParaRPr>
          </a:p>
          <a:p>
            <a:pPr>
              <a:defRPr>
                <a:latin typeface="Shentox SemiBold"/>
                <a:ea typeface="Shentox SemiBold"/>
                <a:cs typeface="Shentox SemiBold"/>
                <a:sym typeface="Shentox SemiBold"/>
              </a:defRPr>
            </a:pPr>
            <a:r>
              <a:t>High Intensity (HI) Running Distance</a:t>
            </a:r>
            <a:r>
              <a:rPr i="0">
                <a:latin typeface="Shentox Regular"/>
                <a:ea typeface="Shentox Regular"/>
                <a:cs typeface="Shentox Regular"/>
                <a:sym typeface="Shentox Regular"/>
              </a:rPr>
              <a:t>: Distance covered above 20 km/h.</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4" name="Picture 163" descr="Intensity.png"/>
          <p:cNvPicPr>
            <a:picLocks noChangeAspect="1"/>
          </p:cNvPicPr>
          <p:nvPr/>
        </p:nvPicPr>
        <p:blipFill>
          <a:blip r:embed="rId3"/>
          <a:stretch>
            <a:fillRect/>
          </a:stretch>
        </p:blipFill>
        <p:spPr>
          <a:xfrm>
            <a:off x="100584" y="640080"/>
            <a:ext cx="8951976" cy="4475988"/>
          </a:xfrm>
          <a:prstGeom prst="rect">
            <a:avLst/>
          </a:prstGeom>
        </p:spPr>
      </p:pic>
      <p:sp>
        <p:nvSpPr>
          <p:cNvPr id="163" name="Text Placeholder 1"/>
          <p:cNvSpPr txBox="1"/>
          <p:nvPr>
            <p:ph type="body" sz="quarter" idx="1"/>
          </p:nvPr>
        </p:nvSpPr>
        <p:spPr>
          <a:xfrm>
            <a:off x="323850" y="454525"/>
            <a:ext cx="7901774" cy="825503"/>
          </a:xfrm>
          <a:prstGeom prst="rect">
            <a:avLst/>
          </a:prstGeom>
        </p:spPr>
        <p:txBody>
          <a:bodyPr anchor="t"/>
          <a:lstStyle/>
          <a:p>
            <a:pPr>
              <a:defRPr sz="1600">
                <a:latin typeface="Shentox SemiBold"/>
                <a:ea typeface="Shentox SemiBold"/>
                <a:cs typeface="Shentox SemiBold"/>
                <a:sym typeface="Shentox SemiBold"/>
              </a:defRPr>
            </a:pPr>
            <a:r>
              <a:t>Intensity</a:t>
            </a:r>
            <a:r>
              <a:rPr i="0">
                <a:latin typeface="Shentox Medium"/>
                <a:ea typeface="Shentox Medium"/>
                <a:cs typeface="Shentox Medium"/>
                <a:sym typeface="Shentox Medium"/>
              </a:rPr>
              <a:t> </a:t>
            </a:r>
            <a:endParaRPr i="0">
              <a:latin typeface="Shentox Medium"/>
              <a:ea typeface="Shentox Medium"/>
              <a:cs typeface="Shentox Medium"/>
              <a:sym typeface="Shentox Medium"/>
            </a:endParaRPr>
          </a:p>
          <a:p>
            <a:pPr>
              <a:defRPr sz="900">
                <a:latin typeface="Shentox SemiBold"/>
                <a:ea typeface="Shentox SemiBold"/>
                <a:cs typeface="Shentox SemiBold"/>
                <a:sym typeface="Shentox SemiBold"/>
              </a:defRPr>
            </a:pPr>
            <a:r>
              <a:t>Number Of High Intensity Actions:</a:t>
            </a:r>
            <a:r>
              <a:rPr i="0">
                <a:latin typeface="Shentox Light"/>
                <a:ea typeface="Shentox Light"/>
                <a:cs typeface="Shentox Light"/>
                <a:sym typeface="Shentox Light"/>
              </a:rPr>
              <a:t> Discrete activity exceeding 20 km/h. The activity needs to last for at least 0.7s.</a:t>
            </a:r>
            <a:endParaRPr i="0">
              <a:latin typeface="Shentox Light"/>
              <a:ea typeface="Shentox Light"/>
              <a:cs typeface="Shentox Light"/>
              <a:sym typeface="Shentox Light"/>
            </a:endParaRPr>
          </a:p>
          <a:p>
            <a:pPr>
              <a:defRPr sz="900">
                <a:latin typeface="Shentox SemiBold"/>
                <a:ea typeface="Shentox SemiBold"/>
                <a:cs typeface="Shentox SemiBold"/>
                <a:sym typeface="Shentox SemiBold"/>
              </a:defRPr>
            </a:pPr>
            <a:r>
              <a:t>PSV-99:</a:t>
            </a:r>
            <a:r>
              <a:rPr i="0">
                <a:latin typeface="Shentox Light"/>
                <a:ea typeface="Shentox Light"/>
                <a:cs typeface="Shentox Light"/>
                <a:sym typeface="Shentox Light"/>
              </a:rPr>
              <a:t> </a:t>
            </a:r>
            <a:r>
              <a:rPr i="0">
                <a:solidFill>
                  <a:srgbClr val="000000"/>
                </a:solidFill>
                <a:latin typeface="Shentox Light"/>
                <a:ea typeface="Shentox Light"/>
                <a:cs typeface="Shentox Light"/>
                <a:sym typeface="Shentox Light"/>
              </a:rPr>
              <a:t>Peak sprint velocity 99th percentile. This metric reflects the peak speed of a player and its ability to reach it multiple times or sustain it long enough.</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8" name="Picture 167" descr="Acceleration.png"/>
          <p:cNvPicPr>
            <a:picLocks noChangeAspect="1"/>
          </p:cNvPicPr>
          <p:nvPr/>
        </p:nvPicPr>
        <p:blipFill>
          <a:blip r:embed="rId3"/>
          <a:stretch>
            <a:fillRect/>
          </a:stretch>
        </p:blipFill>
        <p:spPr>
          <a:xfrm>
            <a:off x="100584" y="640080"/>
            <a:ext cx="8951976" cy="4475988"/>
          </a:xfrm>
          <a:prstGeom prst="rect">
            <a:avLst/>
          </a:prstGeom>
        </p:spPr>
      </p:pic>
      <p:sp>
        <p:nvSpPr>
          <p:cNvPr id="167"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Acceleration</a:t>
            </a:r>
            <a:r>
              <a:rPr i="0">
                <a:latin typeface="Shentox Medium"/>
                <a:ea typeface="Shentox Medium"/>
                <a:cs typeface="Shentox Medium"/>
                <a:sym typeface="Shentox Medium"/>
              </a:rPr>
              <a:t> </a:t>
            </a:r>
            <a:endParaRPr i="0">
              <a:latin typeface="Shentox Medium"/>
              <a:ea typeface="Shentox Medium"/>
              <a:cs typeface="Shentox Medium"/>
              <a:sym typeface="Shentox Medium"/>
            </a:endParaRPr>
          </a:p>
          <a:p>
            <a:pPr>
              <a:defRPr>
                <a:latin typeface="Shentox SemiBold"/>
                <a:ea typeface="Shentox SemiBold"/>
                <a:cs typeface="Shentox SemiBold"/>
                <a:sym typeface="Shentox SemiBold"/>
              </a:defRPr>
            </a:pPr>
            <a:r>
              <a:t>Number Of Medium Accelerations:</a:t>
            </a:r>
            <a:r>
              <a:rPr>
                <a:latin typeface="Shentox Regular Italic"/>
                <a:ea typeface="Shentox Regular Italic"/>
                <a:cs typeface="Shentox Regular Italic"/>
                <a:sym typeface="Shentox Regular Italic"/>
              </a:rPr>
              <a:t> </a:t>
            </a:r>
            <a:r>
              <a:rPr i="0">
                <a:latin typeface="Shentox Light"/>
                <a:ea typeface="Shentox Light"/>
                <a:cs typeface="Shentox Light"/>
                <a:sym typeface="Shentox Light"/>
              </a:rPr>
              <a:t>Discrete activity between 1.5 m/s² and 3 m/s². The activity needs to last for at least 0.7s.</a:t>
            </a:r>
            <a:r>
              <a:rPr>
                <a:latin typeface="Shentox Regular Italic"/>
                <a:ea typeface="Shentox Regular Italic"/>
                <a:cs typeface="Shentox Regular Italic"/>
                <a:sym typeface="Shentox Regular Italic"/>
              </a:rPr>
              <a:t> </a:t>
            </a:r>
            <a:r>
              <a:t>Number Of High Accelerations:</a:t>
            </a:r>
            <a:r>
              <a:rPr>
                <a:latin typeface="Shentox Regular Italic"/>
                <a:ea typeface="Shentox Regular Italic"/>
                <a:cs typeface="Shentox Regular Italic"/>
                <a:sym typeface="Shentox Regular Italic"/>
              </a:rPr>
              <a:t> </a:t>
            </a:r>
            <a:r>
              <a:rPr i="0">
                <a:latin typeface="Shentox Light"/>
                <a:ea typeface="Shentox Light"/>
                <a:cs typeface="Shentox Light"/>
                <a:sym typeface="Shentox Light"/>
              </a:rPr>
              <a:t>Discrete activity exceeding 3 m/s². The activity needs to last for at least 0.7s. </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2" name="Picture 171" descr="Sprints Qualitative.png"/>
          <p:cNvPicPr>
            <a:picLocks noChangeAspect="1"/>
          </p:cNvPicPr>
          <p:nvPr/>
        </p:nvPicPr>
        <p:blipFill>
          <a:blip r:embed="rId3"/>
          <a:stretch>
            <a:fillRect/>
          </a:stretch>
        </p:blipFill>
        <p:spPr>
          <a:xfrm>
            <a:off x="100584" y="640080"/>
            <a:ext cx="8951976" cy="4475988"/>
          </a:xfrm>
          <a:prstGeom prst="rect">
            <a:avLst/>
          </a:prstGeom>
        </p:spPr>
      </p:pic>
      <p:sp>
        <p:nvSpPr>
          <p:cNvPr id="171"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Sprinting</a:t>
            </a:r>
            <a:endParaRPr i="0">
              <a:latin typeface="Shentox Medium"/>
              <a:ea typeface="Shentox Medium"/>
              <a:cs typeface="Shentox Medium"/>
              <a:sym typeface="Shentox Medium"/>
            </a:endParaRPr>
          </a:p>
          <a:p>
            <a:pPr>
              <a:defRPr>
                <a:latin typeface="Shentox SemiBold"/>
                <a:ea typeface="Shentox SemiBold"/>
                <a:cs typeface="Shentox SemiBold"/>
                <a:sym typeface="Shentox SemiBold"/>
              </a:defRPr>
            </a:pPr>
            <a:r>
              <a:t>Number Of Sprints:</a:t>
            </a:r>
            <a:r>
              <a:rPr>
                <a:latin typeface="Shentox Regular Italic"/>
                <a:ea typeface="Shentox Regular Italic"/>
                <a:cs typeface="Shentox Regular Italic"/>
                <a:sym typeface="Shentox Regular Italic"/>
              </a:rPr>
              <a:t> </a:t>
            </a:r>
            <a:r>
              <a:rPr i="0">
                <a:latin typeface="Shentox Light"/>
                <a:ea typeface="Shentox Light"/>
                <a:cs typeface="Shentox Light"/>
                <a:sym typeface="Shentox Light"/>
              </a:rPr>
              <a:t>Discrete activity exceeding 25 km/h. The activity needs to last for at least 0.7s.</a:t>
            </a:r>
            <a:endParaRPr i="0">
              <a:latin typeface="Shentox Light"/>
              <a:ea typeface="Shentox Light"/>
              <a:cs typeface="Shentox Light"/>
              <a:sym typeface="Shentox Light"/>
            </a:endParaRPr>
          </a:p>
          <a:p>
            <a:pPr>
              <a:defRPr>
                <a:latin typeface="Shentox SemiBold"/>
                <a:ea typeface="Shentox SemiBold"/>
                <a:cs typeface="Shentox SemiBold"/>
                <a:sym typeface="Shentox SemiBold"/>
              </a:defRPr>
            </a:pPr>
            <a:r>
              <a:t>Distance Per Sprint: </a:t>
            </a:r>
            <a:r>
              <a:rPr i="0">
                <a:latin typeface="Shentox Light"/>
                <a:ea typeface="Shentox Light"/>
                <a:cs typeface="Shentox Light"/>
                <a:sym typeface="Shentox Light"/>
              </a:rPr>
              <a:t>Sprinting distance divided by number of sprints.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6" name="Picture 175" descr="Meters per Minute.png"/>
          <p:cNvPicPr>
            <a:picLocks noChangeAspect="1"/>
          </p:cNvPicPr>
          <p:nvPr/>
        </p:nvPicPr>
        <p:blipFill>
          <a:blip r:embed="rId3"/>
          <a:stretch>
            <a:fillRect/>
          </a:stretch>
        </p:blipFill>
        <p:spPr>
          <a:xfrm>
            <a:off x="100584" y="640080"/>
            <a:ext cx="8951976" cy="4475988"/>
          </a:xfrm>
          <a:prstGeom prst="rect">
            <a:avLst/>
          </a:prstGeom>
        </p:spPr>
      </p:pic>
      <p:sp>
        <p:nvSpPr>
          <p:cNvPr id="175" name="Text Placeholder 1"/>
          <p:cNvSpPr txBox="1"/>
          <p:nvPr>
            <p:ph type="body" sz="quarter" idx="1"/>
          </p:nvPr>
        </p:nvSpPr>
        <p:spPr>
          <a:xfrm>
            <a:off x="323850" y="454525"/>
            <a:ext cx="6724650" cy="825502"/>
          </a:xfrm>
          <a:prstGeom prst="rect">
            <a:avLst/>
          </a:prstGeom>
        </p:spPr>
        <p:txBody>
          <a:bodyPr anchor="t"/>
          <a:lstStyle/>
          <a:p>
            <a:pPr>
              <a:defRPr sz="1600">
                <a:latin typeface="Shentox SemiBold"/>
                <a:ea typeface="Shentox SemiBold"/>
                <a:cs typeface="Shentox SemiBold"/>
                <a:sym typeface="Shentox SemiBold"/>
              </a:defRPr>
            </a:pPr>
            <a:r>
              <a:t>Meters Per Minute </a:t>
            </a:r>
          </a:p>
          <a:p>
            <a:pPr>
              <a:defRPr>
                <a:solidFill>
                  <a:srgbClr val="000000"/>
                </a:solidFill>
                <a:latin typeface="Shentox SemiBold"/>
                <a:ea typeface="Shentox SemiBold"/>
                <a:cs typeface="Shentox SemiBold"/>
                <a:sym typeface="Shentox SemiBold"/>
              </a:defRPr>
            </a:pPr>
            <a:r>
              <a:t>M/min: </a:t>
            </a:r>
            <a:r>
              <a:rPr i="0">
                <a:latin typeface="Shentox Light"/>
                <a:ea typeface="Shentox Light"/>
                <a:cs typeface="Shentox Light"/>
                <a:sym typeface="Shentox Light"/>
              </a:rPr>
              <a:t>Total distance covered divided per number of minutes. For TIP (resp OTIP), it's divided per number of minutes TIP (resp OTIP).</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0" name="Picture 179" descr="TTS.png"/>
          <p:cNvPicPr>
            <a:picLocks noChangeAspect="1"/>
          </p:cNvPicPr>
          <p:nvPr/>
        </p:nvPicPr>
        <p:blipFill>
          <a:blip r:embed="rId3"/>
          <a:stretch>
            <a:fillRect/>
          </a:stretch>
        </p:blipFill>
        <p:spPr>
          <a:xfrm>
            <a:off x="100584" y="640080"/>
            <a:ext cx="8951976" cy="4475988"/>
          </a:xfrm>
          <a:prstGeom prst="rect">
            <a:avLst/>
          </a:prstGeom>
        </p:spPr>
      </p:pic>
      <p:sp>
        <p:nvSpPr>
          <p:cNvPr id="179" name="Text Placeholder 1"/>
          <p:cNvSpPr txBox="1"/>
          <p:nvPr>
            <p:ph type="body" sz="quarter" idx="1"/>
          </p:nvPr>
        </p:nvSpPr>
        <p:spPr>
          <a:xfrm>
            <a:off x="323850" y="454525"/>
            <a:ext cx="8040061" cy="825503"/>
          </a:xfrm>
          <a:prstGeom prst="rect">
            <a:avLst/>
          </a:prstGeom>
        </p:spPr>
        <p:txBody>
          <a:bodyPr anchor="t"/>
          <a:lstStyle/>
          <a:p>
            <a:pPr>
              <a:defRPr sz="1600">
                <a:latin typeface="Shentox SemiBold"/>
                <a:ea typeface="Shentox SemiBold"/>
                <a:cs typeface="Shentox SemiBold"/>
                <a:sym typeface="Shentox SemiBold"/>
              </a:defRPr>
            </a:pPr>
            <a:r>
              <a:t>Time to Sprint</a:t>
            </a:r>
          </a:p>
          <a:p>
            <a:pPr>
              <a:defRPr>
                <a:solidFill>
                  <a:srgbClr val="000000"/>
                </a:solidFill>
                <a:latin typeface="Shentox SemiBold"/>
                <a:ea typeface="Shentox SemiBold"/>
                <a:cs typeface="Shentox SemiBold"/>
                <a:sym typeface="Shentox SemiBold"/>
              </a:defRPr>
            </a:pPr>
            <a:r>
              <a:rPr sz="900"/>
              <a:t>Time to Sprint:  </a:t>
            </a:r>
            <a:r>
              <a:rPr i="0" sz="900">
                <a:latin typeface="Shentox Light"/>
                <a:ea typeface="Shentox Light"/>
                <a:cs typeface="Shentox Light"/>
                <a:sym typeface="Shentox Light"/>
              </a:rPr>
              <a:t>3 best Time to Sprint performances. Note that this metric is provided only if the player has 3 performances with a Time to Sprint.</a:t>
            </a:r>
            <a:endParaRPr i="0">
              <a:latin typeface="Shentox Light"/>
              <a:ea typeface="Shentox Light"/>
              <a:cs typeface="Shentox Light"/>
              <a:sym typeface="Shentox Light"/>
            </a:endParaRPr>
          </a:p>
          <a:p>
            <a:pPr>
              <a:defRPr sz="900">
                <a:latin typeface="Shentox SemiBold"/>
                <a:ea typeface="Shentox SemiBold"/>
                <a:cs typeface="Shentox SemiBold"/>
                <a:sym typeface="Shentox SemiBold"/>
              </a:defRPr>
            </a:pPr>
            <a:r>
              <a:t>PSV-99:</a:t>
            </a:r>
            <a:r>
              <a:rPr i="0">
                <a:latin typeface="Shentox Light"/>
                <a:ea typeface="Shentox Light"/>
                <a:cs typeface="Shentox Light"/>
                <a:sym typeface="Shentox Light"/>
              </a:rPr>
              <a:t> </a:t>
            </a:r>
            <a:r>
              <a:rPr i="0">
                <a:solidFill>
                  <a:srgbClr val="000000"/>
                </a:solidFill>
                <a:latin typeface="Shentox Light"/>
                <a:ea typeface="Shentox Light"/>
                <a:cs typeface="Shentox Light"/>
                <a:sym typeface="Shentox Light"/>
              </a:rPr>
              <a:t>Peak sprint velocity 99th percentile. This metric reflects the peak speed of a player and its ability to reach it multiple times or sustain it long enough.</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4" name="Picture 183" descr="Explosive accels.png"/>
          <p:cNvPicPr>
            <a:picLocks noChangeAspect="1"/>
          </p:cNvPicPr>
          <p:nvPr/>
        </p:nvPicPr>
        <p:blipFill>
          <a:blip r:embed="rId3"/>
          <a:stretch>
            <a:fillRect/>
          </a:stretch>
        </p:blipFill>
        <p:spPr>
          <a:xfrm>
            <a:off x="100584" y="640080"/>
            <a:ext cx="8951976" cy="4475988"/>
          </a:xfrm>
          <a:prstGeom prst="rect">
            <a:avLst/>
          </a:prstGeom>
        </p:spPr>
      </p:pic>
      <p:sp>
        <p:nvSpPr>
          <p:cNvPr id="183" name="Text Placeholder 1"/>
          <p:cNvSpPr txBox="1"/>
          <p:nvPr>
            <p:ph type="body" sz="quarter" idx="1"/>
          </p:nvPr>
        </p:nvSpPr>
        <p:spPr>
          <a:xfrm>
            <a:off x="323850" y="454525"/>
            <a:ext cx="7789482" cy="825503"/>
          </a:xfrm>
          <a:prstGeom prst="rect">
            <a:avLst/>
          </a:prstGeom>
        </p:spPr>
        <p:txBody>
          <a:bodyPr anchor="t"/>
          <a:lstStyle/>
          <a:p>
            <a:pPr>
              <a:defRPr sz="1600">
                <a:latin typeface="Shentox SemiBold"/>
                <a:ea typeface="Shentox SemiBold"/>
                <a:cs typeface="Shentox SemiBold"/>
                <a:sym typeface="Shentox SemiBold"/>
              </a:defRPr>
            </a:pPr>
            <a:r>
              <a:t>Players Explosiveness</a:t>
            </a:r>
          </a:p>
          <a:p>
            <a:pPr>
              <a:defRPr>
                <a:solidFill>
                  <a:srgbClr val="000000"/>
                </a:solidFill>
                <a:latin typeface="Shentox SemiBold"/>
                <a:ea typeface="Shentox SemiBold"/>
                <a:cs typeface="Shentox SemiBold"/>
                <a:sym typeface="Shentox SemiBold"/>
              </a:defRPr>
            </a:pPr>
            <a:r>
              <a:rPr sz="900"/>
              <a:t>Count Explosive Accelerations to Sprint :  </a:t>
            </a:r>
            <a:r>
              <a:rPr i="0" sz="900">
                <a:latin typeface="Shentox Light"/>
                <a:ea typeface="Shentox Light"/>
                <a:cs typeface="Shentox Light"/>
                <a:sym typeface="Shentox Light"/>
              </a:rPr>
              <a:t>Count of High Accelerations starting from a speed below 9km/h and reaching at least 25 km/h.</a:t>
            </a:r>
            <a:endParaRPr i="0">
              <a:latin typeface="Shentox Light"/>
              <a:ea typeface="Shentox Light"/>
              <a:cs typeface="Shentox Light"/>
              <a:sym typeface="Shentox Light"/>
            </a:endParaRPr>
          </a:p>
          <a:p>
            <a:pPr>
              <a:defRPr sz="900">
                <a:latin typeface="Shentox SemiBold"/>
                <a:ea typeface="Shentox SemiBold"/>
                <a:cs typeface="Shentox SemiBold"/>
                <a:sym typeface="Shentox SemiBold"/>
              </a:defRPr>
            </a:pPr>
            <a:r>
              <a:t>Number of High Accelerations:</a:t>
            </a:r>
            <a:r>
              <a:rPr i="0">
                <a:latin typeface="Shentox Light"/>
                <a:ea typeface="Shentox Light"/>
                <a:cs typeface="Shentox Light"/>
                <a:sym typeface="Shentox Light"/>
              </a:rPr>
              <a:t> </a:t>
            </a:r>
            <a:r>
              <a:rPr i="0">
                <a:latin typeface="Shentox Light"/>
                <a:ea typeface="Shentox Light"/>
                <a:cs typeface="Shentox Light"/>
                <a:sym typeface="Shentox Light"/>
              </a:rPr>
              <a:t>Discrete activity exceeding 3 m/s². The activity needs to last for at least 0.7s.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8" name="Picture 187" descr="total_distance_full_all_p90.png"/>
          <p:cNvPicPr>
            <a:picLocks noChangeAspect="1"/>
          </p:cNvPicPr>
          <p:nvPr/>
        </p:nvPicPr>
        <p:blipFill>
          <a:blip r:embed="rId3"/>
          <a:stretch>
            <a:fillRect/>
          </a:stretch>
        </p:blipFill>
        <p:spPr>
          <a:xfrm>
            <a:off x="320040" y="1115568"/>
            <a:ext cx="8513064" cy="3822191"/>
          </a:xfrm>
          <a:prstGeom prst="rect">
            <a:avLst/>
          </a:prstGeom>
        </p:spPr>
      </p:pic>
      <p:sp>
        <p:nvSpPr>
          <p:cNvPr id="187"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Total Distance P90 (m) </a:t>
            </a:r>
          </a:p>
          <a:p>
            <a:pPr>
              <a:defRPr i="0">
                <a:latin typeface="Shentox Light"/>
                <a:ea typeface="Shentox Light"/>
                <a:cs typeface="Shentox Light"/>
                <a:sym typeface="Shentox Light"/>
              </a:defRPr>
            </a:pPr>
            <a:r>
              <a:t>Total distance covered.</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2" name="Picture 191" descr="hi_distance_full_all_p90.png"/>
          <p:cNvPicPr>
            <a:picLocks noChangeAspect="1"/>
          </p:cNvPicPr>
          <p:nvPr/>
        </p:nvPicPr>
        <p:blipFill>
          <a:blip r:embed="rId3"/>
          <a:stretch>
            <a:fillRect/>
          </a:stretch>
        </p:blipFill>
        <p:spPr>
          <a:xfrm>
            <a:off x="320040" y="1115568"/>
            <a:ext cx="8513064" cy="3822191"/>
          </a:xfrm>
          <a:prstGeom prst="rect">
            <a:avLst/>
          </a:prstGeom>
        </p:spPr>
      </p:pic>
      <p:sp>
        <p:nvSpPr>
          <p:cNvPr id="191" name="Text Placeholder 1"/>
          <p:cNvSpPr txBox="1"/>
          <p:nvPr>
            <p:ph type="body" sz="quarter" idx="1"/>
          </p:nvPr>
        </p:nvSpPr>
        <p:spPr>
          <a:xfrm>
            <a:off x="323850" y="454525"/>
            <a:ext cx="6724650" cy="825502"/>
          </a:xfrm>
          <a:prstGeom prst="rect">
            <a:avLst/>
          </a:prstGeom>
        </p:spPr>
        <p:txBody>
          <a:bodyPr anchor="t"/>
          <a:lstStyle/>
          <a:p>
            <a:pPr>
              <a:defRPr sz="1600">
                <a:latin typeface="Shentox SemiBold"/>
                <a:ea typeface="Shentox SemiBold"/>
                <a:cs typeface="Shentox SemiBold"/>
                <a:sym typeface="Shentox SemiBold"/>
              </a:defRPr>
            </a:pPr>
            <a:r>
              <a:t>High Intensity (HI) Running Distance P90 (m) </a:t>
            </a:r>
          </a:p>
          <a:p>
            <a:pPr>
              <a:defRPr i="0">
                <a:latin typeface="Shentox Light"/>
                <a:ea typeface="Shentox Light"/>
                <a:cs typeface="Shentox Light"/>
                <a:sym typeface="Shentox Light"/>
              </a:defRPr>
            </a:pPr>
            <a:r>
              <a:t>Distance covered above 20 km/h.</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6" name="Picture 195" descr="hi_count_full_all_p90.png"/>
          <p:cNvPicPr>
            <a:picLocks noChangeAspect="1"/>
          </p:cNvPicPr>
          <p:nvPr/>
        </p:nvPicPr>
        <p:blipFill>
          <a:blip r:embed="rId3"/>
          <a:stretch>
            <a:fillRect/>
          </a:stretch>
        </p:blipFill>
        <p:spPr>
          <a:xfrm>
            <a:off x="320040" y="1115568"/>
            <a:ext cx="8513064" cy="3822191"/>
          </a:xfrm>
          <a:prstGeom prst="rect">
            <a:avLst/>
          </a:prstGeom>
        </p:spPr>
      </p:pic>
      <p:sp>
        <p:nvSpPr>
          <p:cNvPr id="195" name="Text Placeholder 1"/>
          <p:cNvSpPr txBox="1"/>
          <p:nvPr>
            <p:ph type="body" sz="quarter" idx="1"/>
          </p:nvPr>
        </p:nvSpPr>
        <p:spPr>
          <a:xfrm>
            <a:off x="323850" y="454525"/>
            <a:ext cx="6724650" cy="825502"/>
          </a:xfrm>
          <a:prstGeom prst="rect">
            <a:avLst/>
          </a:prstGeom>
        </p:spPr>
        <p:txBody>
          <a:bodyPr anchor="t"/>
          <a:lstStyle/>
          <a:p>
            <a:pPr>
              <a:defRPr sz="1600">
                <a:latin typeface="Shentox SemiBold"/>
                <a:ea typeface="Shentox SemiBold"/>
                <a:cs typeface="Shentox SemiBold"/>
                <a:sym typeface="Shentox SemiBold"/>
              </a:defRPr>
            </a:pPr>
            <a:r>
              <a:t>Number Of High Intensity Actions P90 </a:t>
            </a:r>
          </a:p>
          <a:p>
            <a:pPr>
              <a:defRPr i="0">
                <a:latin typeface="Shentox Light"/>
                <a:ea typeface="Shentox Light"/>
                <a:cs typeface="Shentox Light"/>
                <a:sym typeface="Shentox Light"/>
              </a:defRPr>
            </a:pPr>
            <a:r>
              <a:t>Discrete activity exceeding 20 km/h. The activity needs to last for at least 0.7s.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0" name="Picture 199" descr="sprint_distance_full_all_p90.png"/>
          <p:cNvPicPr>
            <a:picLocks noChangeAspect="1"/>
          </p:cNvPicPr>
          <p:nvPr/>
        </p:nvPicPr>
        <p:blipFill>
          <a:blip r:embed="rId3"/>
          <a:stretch>
            <a:fillRect/>
          </a:stretch>
        </p:blipFill>
        <p:spPr>
          <a:xfrm>
            <a:off x="320040" y="1115568"/>
            <a:ext cx="8513064" cy="3822191"/>
          </a:xfrm>
          <a:prstGeom prst="rect">
            <a:avLst/>
          </a:prstGeom>
        </p:spPr>
      </p:pic>
      <p:sp>
        <p:nvSpPr>
          <p:cNvPr id="199" name="Text Placeholder 1"/>
          <p:cNvSpPr txBox="1"/>
          <p:nvPr>
            <p:ph type="body" sz="quarter" idx="1"/>
          </p:nvPr>
        </p:nvSpPr>
        <p:spPr>
          <a:xfrm>
            <a:off x="323850" y="454525"/>
            <a:ext cx="6724650" cy="825502"/>
          </a:xfrm>
          <a:prstGeom prst="rect">
            <a:avLst/>
          </a:prstGeom>
        </p:spPr>
        <p:txBody>
          <a:bodyPr anchor="t"/>
          <a:lstStyle/>
          <a:p>
            <a:pPr>
              <a:defRPr sz="1600">
                <a:latin typeface="Shentox SemiBold"/>
                <a:ea typeface="Shentox SemiBold"/>
                <a:cs typeface="Shentox SemiBold"/>
                <a:sym typeface="Shentox SemiBold"/>
              </a:defRPr>
            </a:pPr>
            <a:r>
              <a:t>Sprinting Distance P90 (m) </a:t>
            </a:r>
          </a:p>
          <a:p>
            <a:pPr>
              <a:defRPr i="0">
                <a:latin typeface="Shentox Light"/>
                <a:ea typeface="Shentox Light"/>
                <a:cs typeface="Shentox Light"/>
                <a:sym typeface="Shentox Light"/>
              </a:defRPr>
            </a:pPr>
            <a:r>
              <a:t>Distance covered above 25 km/h.</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4" name="Picture 203" descr="sprint_count_full_all_p90.png"/>
          <p:cNvPicPr>
            <a:picLocks noChangeAspect="1"/>
          </p:cNvPicPr>
          <p:nvPr/>
        </p:nvPicPr>
        <p:blipFill>
          <a:blip r:embed="rId3"/>
          <a:stretch>
            <a:fillRect/>
          </a:stretch>
        </p:blipFill>
        <p:spPr>
          <a:xfrm>
            <a:off x="320040" y="1115568"/>
            <a:ext cx="8513064" cy="3822191"/>
          </a:xfrm>
          <a:prstGeom prst="rect">
            <a:avLst/>
          </a:prstGeom>
        </p:spPr>
      </p:pic>
      <p:sp>
        <p:nvSpPr>
          <p:cNvPr id="203" name="Text Placeholder 1"/>
          <p:cNvSpPr txBox="1"/>
          <p:nvPr>
            <p:ph type="body" sz="quarter" idx="1"/>
          </p:nvPr>
        </p:nvSpPr>
        <p:spPr>
          <a:xfrm>
            <a:off x="323850" y="454525"/>
            <a:ext cx="6724650" cy="825502"/>
          </a:xfrm>
          <a:prstGeom prst="rect">
            <a:avLst/>
          </a:prstGeom>
        </p:spPr>
        <p:txBody>
          <a:bodyPr anchor="t"/>
          <a:lstStyle/>
          <a:p>
            <a:pPr>
              <a:defRPr sz="1600">
                <a:latin typeface="Shentox SemiBold"/>
                <a:ea typeface="Shentox SemiBold"/>
                <a:cs typeface="Shentox SemiBold"/>
                <a:sym typeface="Shentox SemiBold"/>
              </a:defRPr>
            </a:pPr>
            <a:r>
              <a:t>Number Of Sprints P90 </a:t>
            </a:r>
          </a:p>
          <a:p>
            <a:pPr>
              <a:defRPr i="0">
                <a:latin typeface="Shentox Light"/>
                <a:ea typeface="Shentox Light"/>
                <a:cs typeface="Shentox Light"/>
                <a:sym typeface="Shentox Light"/>
              </a:defRPr>
            </a:pPr>
            <a:r>
              <a:t>Discrete activity exceeding 25 km/h. The activity needs to last for at least 0.7s.</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8" name="Picture 207" descr="highaccel_count_full_all_p90.png"/>
          <p:cNvPicPr>
            <a:picLocks noChangeAspect="1"/>
          </p:cNvPicPr>
          <p:nvPr/>
        </p:nvPicPr>
        <p:blipFill>
          <a:blip r:embed="rId3"/>
          <a:stretch>
            <a:fillRect/>
          </a:stretch>
        </p:blipFill>
        <p:spPr>
          <a:xfrm>
            <a:off x="320040" y="1115568"/>
            <a:ext cx="8513064" cy="3822191"/>
          </a:xfrm>
          <a:prstGeom prst="rect">
            <a:avLst/>
          </a:prstGeom>
        </p:spPr>
      </p:pic>
      <p:sp>
        <p:nvSpPr>
          <p:cNvPr id="207"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Number Of High Accelerations P90 </a:t>
            </a:r>
          </a:p>
          <a:p>
            <a:pPr>
              <a:defRPr i="0">
                <a:latin typeface="Shentox Light"/>
                <a:ea typeface="Shentox Light"/>
                <a:cs typeface="Shentox Light"/>
                <a:sym typeface="Shentox Light"/>
              </a:defRPr>
            </a:pPr>
            <a:r>
              <a:t>Discrete activity exceeding 3 m/s². The activity needs to last for at least 0.7s.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2" name="Picture 211" descr="timetosprint_top3.png"/>
          <p:cNvPicPr>
            <a:picLocks noChangeAspect="1"/>
          </p:cNvPicPr>
          <p:nvPr/>
        </p:nvPicPr>
        <p:blipFill>
          <a:blip r:embed="rId3"/>
          <a:stretch>
            <a:fillRect/>
          </a:stretch>
        </p:blipFill>
        <p:spPr>
          <a:xfrm>
            <a:off x="320040" y="1115568"/>
            <a:ext cx="8513064" cy="3822191"/>
          </a:xfrm>
          <a:prstGeom prst="rect">
            <a:avLst/>
          </a:prstGeom>
        </p:spPr>
      </p:pic>
      <p:sp>
        <p:nvSpPr>
          <p:cNvPr id="211"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Three best TTS performances (s)</a:t>
            </a:r>
          </a:p>
          <a:p>
            <a:pPr>
              <a:defRPr i="0">
                <a:latin typeface="Shentox Light"/>
                <a:ea typeface="Shentox Light"/>
                <a:cs typeface="Shentox Light"/>
                <a:sym typeface="Shentox Light"/>
              </a:defRPr>
            </a:pPr>
            <a:r>
              <a:t>Time to Sprint measures the ability of a player to reach sprint speed quickly</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6" name="Picture 215" descr="explacceltosprint_count_full_all_p90.png"/>
          <p:cNvPicPr>
            <a:picLocks noChangeAspect="1"/>
          </p:cNvPicPr>
          <p:nvPr/>
        </p:nvPicPr>
        <p:blipFill>
          <a:blip r:embed="rId3"/>
          <a:stretch>
            <a:fillRect/>
          </a:stretch>
        </p:blipFill>
        <p:spPr>
          <a:xfrm>
            <a:off x="320040" y="1115568"/>
            <a:ext cx="8513064" cy="3822191"/>
          </a:xfrm>
          <a:prstGeom prst="rect">
            <a:avLst/>
          </a:prstGeom>
        </p:spPr>
      </p:pic>
      <p:sp>
        <p:nvSpPr>
          <p:cNvPr id="215" name="Text Placeholder 1"/>
          <p:cNvSpPr txBox="1"/>
          <p:nvPr>
            <p:ph type="body" sz="quarter" idx="1"/>
          </p:nvPr>
        </p:nvSpPr>
        <p:spPr>
          <a:xfrm>
            <a:off x="323850" y="454525"/>
            <a:ext cx="7869977" cy="825503"/>
          </a:xfrm>
          <a:prstGeom prst="rect">
            <a:avLst/>
          </a:prstGeom>
        </p:spPr>
        <p:txBody>
          <a:bodyPr anchor="t"/>
          <a:lstStyle/>
          <a:p>
            <a:pPr>
              <a:defRPr sz="1600">
                <a:latin typeface="Shentox SemiBold"/>
                <a:ea typeface="Shentox SemiBold"/>
                <a:cs typeface="Shentox SemiBold"/>
                <a:sym typeface="Shentox SemiBold"/>
              </a:defRPr>
            </a:pPr>
            <a:r>
              <a:t>Explosive accels that reached Sprint P90</a:t>
            </a:r>
          </a:p>
          <a:p>
            <a:pPr>
              <a:defRPr i="0">
                <a:latin typeface="Shentox Light"/>
                <a:ea typeface="Shentox Light"/>
                <a:cs typeface="Shentox Light"/>
                <a:sym typeface="Shentox Light"/>
              </a:defRPr>
            </a:pPr>
            <a:r>
              <a:t>We can measure the degree of explosiveness through ability to reach HSR vs Sprint</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0" name="Picture 219" descr="psv99.png"/>
          <p:cNvPicPr>
            <a:picLocks noChangeAspect="1"/>
          </p:cNvPicPr>
          <p:nvPr/>
        </p:nvPicPr>
        <p:blipFill>
          <a:blip r:embed="rId3"/>
          <a:stretch>
            <a:fillRect/>
          </a:stretch>
        </p:blipFill>
        <p:spPr>
          <a:xfrm>
            <a:off x="320040" y="1115568"/>
            <a:ext cx="8513064" cy="3822191"/>
          </a:xfrm>
          <a:prstGeom prst="rect">
            <a:avLst/>
          </a:prstGeom>
        </p:spPr>
      </p:pic>
      <p:sp>
        <p:nvSpPr>
          <p:cNvPr id="219"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Average PSV-99 (km/h) </a:t>
            </a:r>
          </a:p>
          <a:p>
            <a:pPr>
              <a:defRPr i="0">
                <a:latin typeface="Shentox Light"/>
                <a:ea typeface="Shentox Light"/>
                <a:cs typeface="Shentox Light"/>
                <a:sym typeface="Shentox Light"/>
              </a:defRPr>
            </a:pPr>
            <a:r>
              <a:t>Peak sprint velocity 99th percentile. This metric reflects the peak speed of a player and its ability to reach it multiple times or sustain it long enough.</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4" name="Picture 223" descr="PSV-99 Distribution.png"/>
          <p:cNvPicPr>
            <a:picLocks noChangeAspect="1"/>
          </p:cNvPicPr>
          <p:nvPr/>
        </p:nvPicPr>
        <p:blipFill>
          <a:blip r:embed="rId3"/>
          <a:stretch>
            <a:fillRect/>
          </a:stretch>
        </p:blipFill>
        <p:spPr>
          <a:xfrm>
            <a:off x="813816" y="1060704"/>
            <a:ext cx="7516368" cy="3451256"/>
          </a:xfrm>
          <a:prstGeom prst="rect">
            <a:avLst/>
          </a:prstGeom>
        </p:spPr>
      </p:pic>
      <p:sp>
        <p:nvSpPr>
          <p:cNvPr id="223"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2025/2026 - PSV-99 Variation (km/h)</a:t>
            </a:r>
          </a:p>
          <a:p>
            <a:pPr>
              <a:defRPr i="0">
                <a:latin typeface="Shentox Light"/>
                <a:ea typeface="Shentox Light"/>
                <a:cs typeface="Shentox Light"/>
                <a:sym typeface="Shentox Light"/>
              </a:defRPr>
            </a:pPr>
            <a:r>
              <a:t>Peak sprint velocity 99th percentile. This metric reflects the peak speed of a player and its ability to reach it multiple times or sustain it long enough.</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_CCX Theme">
  <a:themeElements>
    <a:clrScheme name="2_CCX Theme">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2_CCX Theme">
      <a:majorFont>
        <a:latin typeface="Helvetica"/>
        <a:ea typeface="Helvetica"/>
        <a:cs typeface="Helvetica"/>
      </a:majorFont>
      <a:minorFont>
        <a:latin typeface="Arial"/>
        <a:ea typeface="Arial"/>
        <a:cs typeface="Arial"/>
      </a:minorFont>
    </a:fontScheme>
    <a:fmtScheme name="2_CCX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_CCX Theme">
  <a:themeElements>
    <a:clrScheme name="2_CCX Theme">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2_CCX Theme">
      <a:majorFont>
        <a:latin typeface="Helvetica"/>
        <a:ea typeface="Helvetica"/>
        <a:cs typeface="Helvetica"/>
      </a:majorFont>
      <a:minorFont>
        <a:latin typeface="Arial"/>
        <a:ea typeface="Arial"/>
        <a:cs typeface="Arial"/>
      </a:minorFont>
    </a:fontScheme>
    <a:fmtScheme name="2_CCX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